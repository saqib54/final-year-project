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8AFB5A-09A3-4AB3-A1D5-31E01E67AA8B}" type="doc">
      <dgm:prSet loTypeId="urn:microsoft.com/office/officeart/2005/8/layout/hProcess11" loCatId="process" qsTypeId="urn:microsoft.com/office/officeart/2005/8/quickstyle/simple2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59B0D9C-7938-48D0-83ED-28768D4211A6}">
      <dgm:prSet custT="1"/>
      <dgm:spPr/>
      <dgm:t>
        <a:bodyPr/>
        <a:lstStyle/>
        <a:p>
          <a:pPr algn="ctr"/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EEG Signal Collection: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Collect brain signals using an EEG headset.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C19718-6AE2-40A0-AA74-7EB8BC181F29}" type="parTrans" cxnId="{E38F409E-24CF-443F-97FE-C82A8144AD3F}">
      <dgm:prSet/>
      <dgm:spPr/>
      <dgm:t>
        <a:bodyPr/>
        <a:lstStyle/>
        <a:p>
          <a:endParaRPr lang="en-US"/>
        </a:p>
      </dgm:t>
    </dgm:pt>
    <dgm:pt modelId="{DFFCB14A-F91B-4A88-86D9-ECF0D0949915}" type="sibTrans" cxnId="{E38F409E-24CF-443F-97FE-C82A8144AD3F}">
      <dgm:prSet/>
      <dgm:spPr/>
      <dgm:t>
        <a:bodyPr/>
        <a:lstStyle/>
        <a:p>
          <a:endParaRPr lang="en-US"/>
        </a:p>
      </dgm:t>
    </dgm:pt>
    <dgm:pt modelId="{7626A557-8CAB-42D0-9504-686E6859C7F2}">
      <dgm:prSet custT="1"/>
      <dgm:spPr/>
      <dgm:t>
        <a:bodyPr/>
        <a:lstStyle/>
        <a:p>
          <a:pPr algn="ctr"/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Signal Cleaning: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Remove noise to make the signals clear and usable.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0961CA-C88F-4B32-A244-4409F3107A6C}" type="parTrans" cxnId="{46278AC2-C2D2-46AD-871F-FB0BCAD25C8D}">
      <dgm:prSet/>
      <dgm:spPr/>
      <dgm:t>
        <a:bodyPr/>
        <a:lstStyle/>
        <a:p>
          <a:endParaRPr lang="en-US"/>
        </a:p>
      </dgm:t>
    </dgm:pt>
    <dgm:pt modelId="{77100BC7-5FAD-4D6A-96CF-395FD5F83CE8}" type="sibTrans" cxnId="{46278AC2-C2D2-46AD-871F-FB0BCAD25C8D}">
      <dgm:prSet/>
      <dgm:spPr/>
      <dgm:t>
        <a:bodyPr/>
        <a:lstStyle/>
        <a:p>
          <a:endParaRPr lang="en-US"/>
        </a:p>
      </dgm:t>
    </dgm:pt>
    <dgm:pt modelId="{757A03F4-CC86-4290-AE12-96B314A7B728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Command Conversion 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Change brain signals into movement commands.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7344C3-B79E-4F39-AD93-25E869405945}" type="parTrans" cxnId="{45BCC416-3F43-445D-A5DD-3EC233A6D5A2}">
      <dgm:prSet/>
      <dgm:spPr/>
      <dgm:t>
        <a:bodyPr/>
        <a:lstStyle/>
        <a:p>
          <a:endParaRPr lang="en-US"/>
        </a:p>
      </dgm:t>
    </dgm:pt>
    <dgm:pt modelId="{296ED63B-AFFD-4D2D-81F9-BA87F2BB1B51}" type="sibTrans" cxnId="{45BCC416-3F43-445D-A5DD-3EC233A6D5A2}">
      <dgm:prSet/>
      <dgm:spPr/>
      <dgm:t>
        <a:bodyPr/>
        <a:lstStyle/>
        <a:p>
          <a:endParaRPr lang="en-US"/>
        </a:p>
      </dgm:t>
    </dgm:pt>
    <dgm:pt modelId="{339C778B-1CCA-4258-AB1B-52A34E6D24D6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Robotic Arm Control: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Move the arm quickly and accurately as per commands.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1A472D-6F8D-40F9-842D-4CBB44E452EC}" type="parTrans" cxnId="{13296CC7-D124-4104-9A8E-7F3FE049964C}">
      <dgm:prSet/>
      <dgm:spPr/>
      <dgm:t>
        <a:bodyPr/>
        <a:lstStyle/>
        <a:p>
          <a:endParaRPr lang="en-US"/>
        </a:p>
      </dgm:t>
    </dgm:pt>
    <dgm:pt modelId="{3F83DE3B-49EE-47A4-BE8A-6141F6DA9348}" type="sibTrans" cxnId="{13296CC7-D124-4104-9A8E-7F3FE049964C}">
      <dgm:prSet/>
      <dgm:spPr/>
      <dgm:t>
        <a:bodyPr/>
        <a:lstStyle/>
        <a:p>
          <a:endParaRPr lang="en-US"/>
        </a:p>
      </dgm:t>
    </dgm:pt>
    <dgm:pt modelId="{724717B1-8211-47BD-BE87-E16271F150BB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Logging: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 Save signals and results to test and improve the system.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B38C01-2D98-4C6B-BD84-776E667F3E90}" type="parTrans" cxnId="{CDBCAC3B-8A43-4E05-96AC-59B504AD97E1}">
      <dgm:prSet/>
      <dgm:spPr/>
      <dgm:t>
        <a:bodyPr/>
        <a:lstStyle/>
        <a:p>
          <a:endParaRPr lang="en-US"/>
        </a:p>
      </dgm:t>
    </dgm:pt>
    <dgm:pt modelId="{A674DCEC-F54C-4A6B-AA23-1B78D86EA5F4}" type="sibTrans" cxnId="{CDBCAC3B-8A43-4E05-96AC-59B504AD97E1}">
      <dgm:prSet/>
      <dgm:spPr/>
      <dgm:t>
        <a:bodyPr/>
        <a:lstStyle/>
        <a:p>
          <a:endParaRPr lang="en-US"/>
        </a:p>
      </dgm:t>
    </dgm:pt>
    <dgm:pt modelId="{D50D55A9-70B1-4C27-8650-3E8618C68948}" type="pres">
      <dgm:prSet presAssocID="{CB8AFB5A-09A3-4AB3-A1D5-31E01E67AA8B}" presName="Name0" presStyleCnt="0">
        <dgm:presLayoutVars>
          <dgm:dir/>
          <dgm:resizeHandles val="exact"/>
        </dgm:presLayoutVars>
      </dgm:prSet>
      <dgm:spPr/>
    </dgm:pt>
    <dgm:pt modelId="{53875398-C0B2-4FA1-86D3-D39BA7C90B9A}" type="pres">
      <dgm:prSet presAssocID="{CB8AFB5A-09A3-4AB3-A1D5-31E01E67AA8B}" presName="arrow" presStyleLbl="bgShp" presStyleIdx="0" presStyleCnt="1"/>
      <dgm:spPr/>
    </dgm:pt>
    <dgm:pt modelId="{1D889AEC-3B29-40E0-ADD4-E75015E4127D}" type="pres">
      <dgm:prSet presAssocID="{CB8AFB5A-09A3-4AB3-A1D5-31E01E67AA8B}" presName="points" presStyleCnt="0"/>
      <dgm:spPr/>
    </dgm:pt>
    <dgm:pt modelId="{60E916A3-F2A8-44BF-AA40-D54B5C398AC2}" type="pres">
      <dgm:prSet presAssocID="{D59B0D9C-7938-48D0-83ED-28768D4211A6}" presName="compositeA" presStyleCnt="0"/>
      <dgm:spPr/>
    </dgm:pt>
    <dgm:pt modelId="{7E37FB2A-0369-4EA4-B50A-D2F098A2A8E0}" type="pres">
      <dgm:prSet presAssocID="{D59B0D9C-7938-48D0-83ED-28768D4211A6}" presName="textA" presStyleLbl="revTx" presStyleIdx="0" presStyleCnt="5" custScaleX="264686" custScaleY="59888" custLinFactNeighborX="7084" custLinFactNeighborY="21824">
        <dgm:presLayoutVars>
          <dgm:bulletEnabled val="1"/>
        </dgm:presLayoutVars>
      </dgm:prSet>
      <dgm:spPr/>
    </dgm:pt>
    <dgm:pt modelId="{2CE72218-F768-451F-9C62-42B1B510368E}" type="pres">
      <dgm:prSet presAssocID="{D59B0D9C-7938-48D0-83ED-28768D4211A6}" presName="circleA" presStyleLbl="node1" presStyleIdx="0" presStyleCnt="5" custLinFactNeighborX="23280" custLinFactNeighborY="50760"/>
      <dgm:spPr/>
    </dgm:pt>
    <dgm:pt modelId="{9CD288D2-4146-4C9F-A935-AB24ACC6D02E}" type="pres">
      <dgm:prSet presAssocID="{D59B0D9C-7938-48D0-83ED-28768D4211A6}" presName="spaceA" presStyleCnt="0"/>
      <dgm:spPr/>
    </dgm:pt>
    <dgm:pt modelId="{D1DD4214-1775-445F-A5F7-240B43C19D34}" type="pres">
      <dgm:prSet presAssocID="{DFFCB14A-F91B-4A88-86D9-ECF0D0949915}" presName="space" presStyleCnt="0"/>
      <dgm:spPr/>
    </dgm:pt>
    <dgm:pt modelId="{B9E1AAE0-0A3E-4460-BA56-3FEA23F75D55}" type="pres">
      <dgm:prSet presAssocID="{7626A557-8CAB-42D0-9504-686E6859C7F2}" presName="compositeB" presStyleCnt="0"/>
      <dgm:spPr/>
    </dgm:pt>
    <dgm:pt modelId="{34339ED4-E7EE-4634-86AD-F3D2FD6E9258}" type="pres">
      <dgm:prSet presAssocID="{7626A557-8CAB-42D0-9504-686E6859C7F2}" presName="textB" presStyleLbl="revTx" presStyleIdx="1" presStyleCnt="5" custScaleX="219107">
        <dgm:presLayoutVars>
          <dgm:bulletEnabled val="1"/>
        </dgm:presLayoutVars>
      </dgm:prSet>
      <dgm:spPr/>
    </dgm:pt>
    <dgm:pt modelId="{D8B654F5-44B6-432A-A351-015456373C21}" type="pres">
      <dgm:prSet presAssocID="{7626A557-8CAB-42D0-9504-686E6859C7F2}" presName="circleB" presStyleLbl="node1" presStyleIdx="1" presStyleCnt="5"/>
      <dgm:spPr/>
    </dgm:pt>
    <dgm:pt modelId="{9D5AA3A7-1702-48C8-86F6-DD342274A6B2}" type="pres">
      <dgm:prSet presAssocID="{7626A557-8CAB-42D0-9504-686E6859C7F2}" presName="spaceB" presStyleCnt="0"/>
      <dgm:spPr/>
    </dgm:pt>
    <dgm:pt modelId="{112493EF-8948-4D98-AACC-21562A113C41}" type="pres">
      <dgm:prSet presAssocID="{77100BC7-5FAD-4D6A-96CF-395FD5F83CE8}" presName="space" presStyleCnt="0"/>
      <dgm:spPr/>
    </dgm:pt>
    <dgm:pt modelId="{1BD771BF-7881-4F02-9791-584C3BCB16E3}" type="pres">
      <dgm:prSet presAssocID="{757A03F4-CC86-4290-AE12-96B314A7B728}" presName="compositeA" presStyleCnt="0"/>
      <dgm:spPr/>
    </dgm:pt>
    <dgm:pt modelId="{37757DA2-5C4E-4BEE-889A-CD2F57DC0E8D}" type="pres">
      <dgm:prSet presAssocID="{757A03F4-CC86-4290-AE12-96B314A7B728}" presName="textA" presStyleLbl="revTx" presStyleIdx="2" presStyleCnt="5" custScaleX="240708" custLinFactNeighborX="16408" custLinFactNeighborY="-1038">
        <dgm:presLayoutVars>
          <dgm:bulletEnabled val="1"/>
        </dgm:presLayoutVars>
      </dgm:prSet>
      <dgm:spPr/>
    </dgm:pt>
    <dgm:pt modelId="{3FB17209-3D1A-4F9E-AE8E-BA8D26EC534B}" type="pres">
      <dgm:prSet presAssocID="{757A03F4-CC86-4290-AE12-96B314A7B728}" presName="circleA" presStyleLbl="node1" presStyleIdx="2" presStyleCnt="5"/>
      <dgm:spPr/>
    </dgm:pt>
    <dgm:pt modelId="{DADB772D-A227-4168-A260-7478138F33BC}" type="pres">
      <dgm:prSet presAssocID="{757A03F4-CC86-4290-AE12-96B314A7B728}" presName="spaceA" presStyleCnt="0"/>
      <dgm:spPr/>
    </dgm:pt>
    <dgm:pt modelId="{F0677B99-BE43-4021-993F-154835D4FD8A}" type="pres">
      <dgm:prSet presAssocID="{296ED63B-AFFD-4D2D-81F9-BA87F2BB1B51}" presName="space" presStyleCnt="0"/>
      <dgm:spPr/>
    </dgm:pt>
    <dgm:pt modelId="{117F6AAA-52F6-4B7F-A0CD-95BC12EE5F8E}" type="pres">
      <dgm:prSet presAssocID="{339C778B-1CCA-4258-AB1B-52A34E6D24D6}" presName="compositeB" presStyleCnt="0"/>
      <dgm:spPr/>
    </dgm:pt>
    <dgm:pt modelId="{B7EF649A-E93D-405B-B833-81FE287784D8}" type="pres">
      <dgm:prSet presAssocID="{339C778B-1CCA-4258-AB1B-52A34E6D24D6}" presName="textB" presStyleLbl="revTx" presStyleIdx="3" presStyleCnt="5" custScaleX="240123">
        <dgm:presLayoutVars>
          <dgm:bulletEnabled val="1"/>
        </dgm:presLayoutVars>
      </dgm:prSet>
      <dgm:spPr/>
    </dgm:pt>
    <dgm:pt modelId="{179CE1EF-BBED-4B1F-8E4D-4CAD15379579}" type="pres">
      <dgm:prSet presAssocID="{339C778B-1CCA-4258-AB1B-52A34E6D24D6}" presName="circleB" presStyleLbl="node1" presStyleIdx="3" presStyleCnt="5"/>
      <dgm:spPr/>
    </dgm:pt>
    <dgm:pt modelId="{0CAD6B3D-A2B1-4EB7-9723-D287BD219454}" type="pres">
      <dgm:prSet presAssocID="{339C778B-1CCA-4258-AB1B-52A34E6D24D6}" presName="spaceB" presStyleCnt="0"/>
      <dgm:spPr/>
    </dgm:pt>
    <dgm:pt modelId="{6CAA54B9-84F9-42DB-BC6E-CD74BCCA1F1D}" type="pres">
      <dgm:prSet presAssocID="{3F83DE3B-49EE-47A4-BE8A-6141F6DA9348}" presName="space" presStyleCnt="0"/>
      <dgm:spPr/>
    </dgm:pt>
    <dgm:pt modelId="{FDC2780C-2C88-4288-9BED-78EB17AD23E8}" type="pres">
      <dgm:prSet presAssocID="{724717B1-8211-47BD-BE87-E16271F150BB}" presName="compositeA" presStyleCnt="0"/>
      <dgm:spPr/>
    </dgm:pt>
    <dgm:pt modelId="{42B86547-387A-4E9B-899D-108D699A1BD2}" type="pres">
      <dgm:prSet presAssocID="{724717B1-8211-47BD-BE87-E16271F150BB}" presName="textA" presStyleLbl="revTx" presStyleIdx="4" presStyleCnt="5" custScaleX="230646">
        <dgm:presLayoutVars>
          <dgm:bulletEnabled val="1"/>
        </dgm:presLayoutVars>
      </dgm:prSet>
      <dgm:spPr/>
    </dgm:pt>
    <dgm:pt modelId="{81F78EEA-4616-4E34-A2D4-C04F9117A94B}" type="pres">
      <dgm:prSet presAssocID="{724717B1-8211-47BD-BE87-E16271F150BB}" presName="circleA" presStyleLbl="node1" presStyleIdx="4" presStyleCnt="5"/>
      <dgm:spPr/>
    </dgm:pt>
    <dgm:pt modelId="{72A96FF3-009F-47C7-9C20-BE1C66A0DCBF}" type="pres">
      <dgm:prSet presAssocID="{724717B1-8211-47BD-BE87-E16271F150BB}" presName="spaceA" presStyleCnt="0"/>
      <dgm:spPr/>
    </dgm:pt>
  </dgm:ptLst>
  <dgm:cxnLst>
    <dgm:cxn modelId="{CC235710-02C8-4D53-9F7A-7B3B942EE600}" type="presOf" srcId="{724717B1-8211-47BD-BE87-E16271F150BB}" destId="{42B86547-387A-4E9B-899D-108D699A1BD2}" srcOrd="0" destOrd="0" presId="urn:microsoft.com/office/officeart/2005/8/layout/hProcess11"/>
    <dgm:cxn modelId="{45BCC416-3F43-445D-A5DD-3EC233A6D5A2}" srcId="{CB8AFB5A-09A3-4AB3-A1D5-31E01E67AA8B}" destId="{757A03F4-CC86-4290-AE12-96B314A7B728}" srcOrd="2" destOrd="0" parTransId="{747344C3-B79E-4F39-AD93-25E869405945}" sibTransId="{296ED63B-AFFD-4D2D-81F9-BA87F2BB1B51}"/>
    <dgm:cxn modelId="{5B1E3E28-F8E1-4DEC-9921-C44B2B3677E2}" type="presOf" srcId="{7626A557-8CAB-42D0-9504-686E6859C7F2}" destId="{34339ED4-E7EE-4634-86AD-F3D2FD6E9258}" srcOrd="0" destOrd="0" presId="urn:microsoft.com/office/officeart/2005/8/layout/hProcess11"/>
    <dgm:cxn modelId="{CDBCAC3B-8A43-4E05-96AC-59B504AD97E1}" srcId="{CB8AFB5A-09A3-4AB3-A1D5-31E01E67AA8B}" destId="{724717B1-8211-47BD-BE87-E16271F150BB}" srcOrd="4" destOrd="0" parTransId="{5FB38C01-2D98-4C6B-BD84-776E667F3E90}" sibTransId="{A674DCEC-F54C-4A6B-AA23-1B78D86EA5F4}"/>
    <dgm:cxn modelId="{69B2A35A-A02D-40DC-8172-05CDDEDC29BE}" type="presOf" srcId="{D59B0D9C-7938-48D0-83ED-28768D4211A6}" destId="{7E37FB2A-0369-4EA4-B50A-D2F098A2A8E0}" srcOrd="0" destOrd="0" presId="urn:microsoft.com/office/officeart/2005/8/layout/hProcess11"/>
    <dgm:cxn modelId="{E38F409E-24CF-443F-97FE-C82A8144AD3F}" srcId="{CB8AFB5A-09A3-4AB3-A1D5-31E01E67AA8B}" destId="{D59B0D9C-7938-48D0-83ED-28768D4211A6}" srcOrd="0" destOrd="0" parTransId="{45C19718-6AE2-40A0-AA74-7EB8BC181F29}" sibTransId="{DFFCB14A-F91B-4A88-86D9-ECF0D0949915}"/>
    <dgm:cxn modelId="{7AEEC1AD-93F3-462B-8892-9C5E3C1477AD}" type="presOf" srcId="{CB8AFB5A-09A3-4AB3-A1D5-31E01E67AA8B}" destId="{D50D55A9-70B1-4C27-8650-3E8618C68948}" srcOrd="0" destOrd="0" presId="urn:microsoft.com/office/officeart/2005/8/layout/hProcess11"/>
    <dgm:cxn modelId="{46278AC2-C2D2-46AD-871F-FB0BCAD25C8D}" srcId="{CB8AFB5A-09A3-4AB3-A1D5-31E01E67AA8B}" destId="{7626A557-8CAB-42D0-9504-686E6859C7F2}" srcOrd="1" destOrd="0" parTransId="{810961CA-C88F-4B32-A244-4409F3107A6C}" sibTransId="{77100BC7-5FAD-4D6A-96CF-395FD5F83CE8}"/>
    <dgm:cxn modelId="{13296CC7-D124-4104-9A8E-7F3FE049964C}" srcId="{CB8AFB5A-09A3-4AB3-A1D5-31E01E67AA8B}" destId="{339C778B-1CCA-4258-AB1B-52A34E6D24D6}" srcOrd="3" destOrd="0" parTransId="{881A472D-6F8D-40F9-842D-4CBB44E452EC}" sibTransId="{3F83DE3B-49EE-47A4-BE8A-6141F6DA9348}"/>
    <dgm:cxn modelId="{4AF763EF-19BD-4B92-A5F9-EE7CA325D23C}" type="presOf" srcId="{339C778B-1CCA-4258-AB1B-52A34E6D24D6}" destId="{B7EF649A-E93D-405B-B833-81FE287784D8}" srcOrd="0" destOrd="0" presId="urn:microsoft.com/office/officeart/2005/8/layout/hProcess11"/>
    <dgm:cxn modelId="{ED5BD9F7-B23B-489D-9DA3-5909A7DA12C8}" type="presOf" srcId="{757A03F4-CC86-4290-AE12-96B314A7B728}" destId="{37757DA2-5C4E-4BEE-889A-CD2F57DC0E8D}" srcOrd="0" destOrd="0" presId="urn:microsoft.com/office/officeart/2005/8/layout/hProcess11"/>
    <dgm:cxn modelId="{6BAAEC14-27E2-4BB6-8040-023073D8F369}" type="presParOf" srcId="{D50D55A9-70B1-4C27-8650-3E8618C68948}" destId="{53875398-C0B2-4FA1-86D3-D39BA7C90B9A}" srcOrd="0" destOrd="0" presId="urn:microsoft.com/office/officeart/2005/8/layout/hProcess11"/>
    <dgm:cxn modelId="{2E9E4B32-EF7C-4D58-86AE-9A931E2BFF18}" type="presParOf" srcId="{D50D55A9-70B1-4C27-8650-3E8618C68948}" destId="{1D889AEC-3B29-40E0-ADD4-E75015E4127D}" srcOrd="1" destOrd="0" presId="urn:microsoft.com/office/officeart/2005/8/layout/hProcess11"/>
    <dgm:cxn modelId="{09F4008F-E552-48C2-A824-7AE56D7DDDB5}" type="presParOf" srcId="{1D889AEC-3B29-40E0-ADD4-E75015E4127D}" destId="{60E916A3-F2A8-44BF-AA40-D54B5C398AC2}" srcOrd="0" destOrd="0" presId="urn:microsoft.com/office/officeart/2005/8/layout/hProcess11"/>
    <dgm:cxn modelId="{065B1652-29A1-41F8-9D7C-669DADA9979E}" type="presParOf" srcId="{60E916A3-F2A8-44BF-AA40-D54B5C398AC2}" destId="{7E37FB2A-0369-4EA4-B50A-D2F098A2A8E0}" srcOrd="0" destOrd="0" presId="urn:microsoft.com/office/officeart/2005/8/layout/hProcess11"/>
    <dgm:cxn modelId="{CC01925C-3D1B-4632-BB09-4F2328D3B80D}" type="presParOf" srcId="{60E916A3-F2A8-44BF-AA40-D54B5C398AC2}" destId="{2CE72218-F768-451F-9C62-42B1B510368E}" srcOrd="1" destOrd="0" presId="urn:microsoft.com/office/officeart/2005/8/layout/hProcess11"/>
    <dgm:cxn modelId="{F0E68F7B-C9C3-402E-B0F6-9B7A977BB6A5}" type="presParOf" srcId="{60E916A3-F2A8-44BF-AA40-D54B5C398AC2}" destId="{9CD288D2-4146-4C9F-A935-AB24ACC6D02E}" srcOrd="2" destOrd="0" presId="urn:microsoft.com/office/officeart/2005/8/layout/hProcess11"/>
    <dgm:cxn modelId="{212E4585-465A-430F-9535-D1B0EDCC5EA0}" type="presParOf" srcId="{1D889AEC-3B29-40E0-ADD4-E75015E4127D}" destId="{D1DD4214-1775-445F-A5F7-240B43C19D34}" srcOrd="1" destOrd="0" presId="urn:microsoft.com/office/officeart/2005/8/layout/hProcess11"/>
    <dgm:cxn modelId="{EE0FC7E2-70AC-4DE5-97DA-EAFDF0BFDF28}" type="presParOf" srcId="{1D889AEC-3B29-40E0-ADD4-E75015E4127D}" destId="{B9E1AAE0-0A3E-4460-BA56-3FEA23F75D55}" srcOrd="2" destOrd="0" presId="urn:microsoft.com/office/officeart/2005/8/layout/hProcess11"/>
    <dgm:cxn modelId="{20E9772A-B763-42E4-96BD-0F151617A1E6}" type="presParOf" srcId="{B9E1AAE0-0A3E-4460-BA56-3FEA23F75D55}" destId="{34339ED4-E7EE-4634-86AD-F3D2FD6E9258}" srcOrd="0" destOrd="0" presId="urn:microsoft.com/office/officeart/2005/8/layout/hProcess11"/>
    <dgm:cxn modelId="{722F4532-3E33-4904-A4ED-12D1C2680DE8}" type="presParOf" srcId="{B9E1AAE0-0A3E-4460-BA56-3FEA23F75D55}" destId="{D8B654F5-44B6-432A-A351-015456373C21}" srcOrd="1" destOrd="0" presId="urn:microsoft.com/office/officeart/2005/8/layout/hProcess11"/>
    <dgm:cxn modelId="{60B25504-7F0F-4108-A51A-AB54529CA56E}" type="presParOf" srcId="{B9E1AAE0-0A3E-4460-BA56-3FEA23F75D55}" destId="{9D5AA3A7-1702-48C8-86F6-DD342274A6B2}" srcOrd="2" destOrd="0" presId="urn:microsoft.com/office/officeart/2005/8/layout/hProcess11"/>
    <dgm:cxn modelId="{6486DF19-9E12-4E88-B4B5-5D645F9412C5}" type="presParOf" srcId="{1D889AEC-3B29-40E0-ADD4-E75015E4127D}" destId="{112493EF-8948-4D98-AACC-21562A113C41}" srcOrd="3" destOrd="0" presId="urn:microsoft.com/office/officeart/2005/8/layout/hProcess11"/>
    <dgm:cxn modelId="{91A1FB49-0924-4DC2-AE40-0844D90D43A9}" type="presParOf" srcId="{1D889AEC-3B29-40E0-ADD4-E75015E4127D}" destId="{1BD771BF-7881-4F02-9791-584C3BCB16E3}" srcOrd="4" destOrd="0" presId="urn:microsoft.com/office/officeart/2005/8/layout/hProcess11"/>
    <dgm:cxn modelId="{4E703AEE-9519-470D-9F21-FC194BB72522}" type="presParOf" srcId="{1BD771BF-7881-4F02-9791-584C3BCB16E3}" destId="{37757DA2-5C4E-4BEE-889A-CD2F57DC0E8D}" srcOrd="0" destOrd="0" presId="urn:microsoft.com/office/officeart/2005/8/layout/hProcess11"/>
    <dgm:cxn modelId="{5D616D66-197D-4366-B683-A24B390F276D}" type="presParOf" srcId="{1BD771BF-7881-4F02-9791-584C3BCB16E3}" destId="{3FB17209-3D1A-4F9E-AE8E-BA8D26EC534B}" srcOrd="1" destOrd="0" presId="urn:microsoft.com/office/officeart/2005/8/layout/hProcess11"/>
    <dgm:cxn modelId="{86B39A44-AF7D-4439-A7FC-730A626ACA60}" type="presParOf" srcId="{1BD771BF-7881-4F02-9791-584C3BCB16E3}" destId="{DADB772D-A227-4168-A260-7478138F33BC}" srcOrd="2" destOrd="0" presId="urn:microsoft.com/office/officeart/2005/8/layout/hProcess11"/>
    <dgm:cxn modelId="{BEDE82AF-93EA-4CFB-A8F5-963D53133CD2}" type="presParOf" srcId="{1D889AEC-3B29-40E0-ADD4-E75015E4127D}" destId="{F0677B99-BE43-4021-993F-154835D4FD8A}" srcOrd="5" destOrd="0" presId="urn:microsoft.com/office/officeart/2005/8/layout/hProcess11"/>
    <dgm:cxn modelId="{1F732AEA-A302-45D2-A48F-38C3A3D62F8E}" type="presParOf" srcId="{1D889AEC-3B29-40E0-ADD4-E75015E4127D}" destId="{117F6AAA-52F6-4B7F-A0CD-95BC12EE5F8E}" srcOrd="6" destOrd="0" presId="urn:microsoft.com/office/officeart/2005/8/layout/hProcess11"/>
    <dgm:cxn modelId="{707D0A72-804B-4A37-827A-76059C286515}" type="presParOf" srcId="{117F6AAA-52F6-4B7F-A0CD-95BC12EE5F8E}" destId="{B7EF649A-E93D-405B-B833-81FE287784D8}" srcOrd="0" destOrd="0" presId="urn:microsoft.com/office/officeart/2005/8/layout/hProcess11"/>
    <dgm:cxn modelId="{2769533A-568F-412B-85A2-F4605D2B9AF2}" type="presParOf" srcId="{117F6AAA-52F6-4B7F-A0CD-95BC12EE5F8E}" destId="{179CE1EF-BBED-4B1F-8E4D-4CAD15379579}" srcOrd="1" destOrd="0" presId="urn:microsoft.com/office/officeart/2005/8/layout/hProcess11"/>
    <dgm:cxn modelId="{BBAB78E2-D2E9-4150-AEFF-5F71799D5726}" type="presParOf" srcId="{117F6AAA-52F6-4B7F-A0CD-95BC12EE5F8E}" destId="{0CAD6B3D-A2B1-4EB7-9723-D287BD219454}" srcOrd="2" destOrd="0" presId="urn:microsoft.com/office/officeart/2005/8/layout/hProcess11"/>
    <dgm:cxn modelId="{FA65889E-A9BB-40B5-8031-A646F519CD73}" type="presParOf" srcId="{1D889AEC-3B29-40E0-ADD4-E75015E4127D}" destId="{6CAA54B9-84F9-42DB-BC6E-CD74BCCA1F1D}" srcOrd="7" destOrd="0" presId="urn:microsoft.com/office/officeart/2005/8/layout/hProcess11"/>
    <dgm:cxn modelId="{5143DDDE-CD4B-4D95-828A-9FECBDBBB26B}" type="presParOf" srcId="{1D889AEC-3B29-40E0-ADD4-E75015E4127D}" destId="{FDC2780C-2C88-4288-9BED-78EB17AD23E8}" srcOrd="8" destOrd="0" presId="urn:microsoft.com/office/officeart/2005/8/layout/hProcess11"/>
    <dgm:cxn modelId="{162D4234-85C6-4CC9-A393-FD25D1808929}" type="presParOf" srcId="{FDC2780C-2C88-4288-9BED-78EB17AD23E8}" destId="{42B86547-387A-4E9B-899D-108D699A1BD2}" srcOrd="0" destOrd="0" presId="urn:microsoft.com/office/officeart/2005/8/layout/hProcess11"/>
    <dgm:cxn modelId="{F12CC40D-BE9D-423D-86A6-1D122D2A9359}" type="presParOf" srcId="{FDC2780C-2C88-4288-9BED-78EB17AD23E8}" destId="{81F78EEA-4616-4E34-A2D4-C04F9117A94B}" srcOrd="1" destOrd="0" presId="urn:microsoft.com/office/officeart/2005/8/layout/hProcess11"/>
    <dgm:cxn modelId="{8E7866FC-9AD8-48EA-9ADA-21A7CDFDAC91}" type="presParOf" srcId="{FDC2780C-2C88-4288-9BED-78EB17AD23E8}" destId="{72A96FF3-009F-47C7-9C20-BE1C66A0DCB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D11FFA-4ED3-43D1-BBBE-20101729E9BC}" type="doc">
      <dgm:prSet loTypeId="urn:microsoft.com/office/officeart/2005/8/layout/hProcess1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86D4FE-215D-4997-A362-80A2496F482E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Reliability: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Works smoothly without losing signals or needing frequent setup.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238420-88AB-4204-9E54-EF1090073170}" type="parTrans" cxnId="{8BFD429B-44C1-4895-BE61-96F5B543B747}">
      <dgm:prSet/>
      <dgm:spPr/>
      <dgm:t>
        <a:bodyPr/>
        <a:lstStyle/>
        <a:p>
          <a:endParaRPr lang="en-US"/>
        </a:p>
      </dgm:t>
    </dgm:pt>
    <dgm:pt modelId="{196E8071-6C91-48E6-8395-4B03F5485919}" type="sibTrans" cxnId="{8BFD429B-44C1-4895-BE61-96F5B543B747}">
      <dgm:prSet/>
      <dgm:spPr/>
      <dgm:t>
        <a:bodyPr/>
        <a:lstStyle/>
        <a:p>
          <a:endParaRPr lang="en-US"/>
        </a:p>
      </dgm:t>
    </dgm:pt>
    <dgm:pt modelId="{AD58B747-9AAF-4821-B07F-1F8A0F7A472F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Accuracy: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Moves correctly according to the user’s brain signals.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8DE047-FD67-48E9-820E-AFD2C87B2EB8}" type="parTrans" cxnId="{C92F826B-EA01-4F14-AE6E-35776173B030}">
      <dgm:prSet/>
      <dgm:spPr/>
      <dgm:t>
        <a:bodyPr/>
        <a:lstStyle/>
        <a:p>
          <a:endParaRPr lang="en-US"/>
        </a:p>
      </dgm:t>
    </dgm:pt>
    <dgm:pt modelId="{C4297953-2A09-40D5-936B-60F1A2DAC63C}" type="sibTrans" cxnId="{C92F826B-EA01-4F14-AE6E-35776173B030}">
      <dgm:prSet/>
      <dgm:spPr/>
      <dgm:t>
        <a:bodyPr/>
        <a:lstStyle/>
        <a:p>
          <a:endParaRPr lang="en-US"/>
        </a:p>
      </dgm:t>
    </dgm:pt>
    <dgm:pt modelId="{D0712C30-768B-4579-B614-A505803939DF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Response Time: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Reacts quickly to the user’s thoughts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9DD9C2-A3BE-49AA-9B57-176DABEC6CBA}" type="parTrans" cxnId="{C8395FE0-966B-412E-AD20-805B3B05856F}">
      <dgm:prSet/>
      <dgm:spPr/>
      <dgm:t>
        <a:bodyPr/>
        <a:lstStyle/>
        <a:p>
          <a:endParaRPr lang="en-US"/>
        </a:p>
      </dgm:t>
    </dgm:pt>
    <dgm:pt modelId="{E89CBF2B-C057-4E02-92CD-49855FD6F6C4}" type="sibTrans" cxnId="{C8395FE0-966B-412E-AD20-805B3B05856F}">
      <dgm:prSet/>
      <dgm:spPr/>
      <dgm:t>
        <a:bodyPr/>
        <a:lstStyle/>
        <a:p>
          <a:endParaRPr lang="en-US"/>
        </a:p>
      </dgm:t>
    </dgm:pt>
    <dgm:pt modelId="{C67EC24B-C549-4FD1-8177-973A8160BE28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Scalability: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Can be upgraded easily with more sensors or features.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0C0D3A-8CFB-4E25-8242-C83EDFC6124B}" type="parTrans" cxnId="{996C0867-13DA-437E-9BE1-9BC8E1DC0E05}">
      <dgm:prSet/>
      <dgm:spPr/>
      <dgm:t>
        <a:bodyPr/>
        <a:lstStyle/>
        <a:p>
          <a:endParaRPr lang="en-US"/>
        </a:p>
      </dgm:t>
    </dgm:pt>
    <dgm:pt modelId="{6014BBE9-5826-4CAF-80D4-6E384119889D}" type="sibTrans" cxnId="{996C0867-13DA-437E-9BE1-9BC8E1DC0E05}">
      <dgm:prSet/>
      <dgm:spPr/>
      <dgm:t>
        <a:bodyPr/>
        <a:lstStyle/>
        <a:p>
          <a:endParaRPr lang="en-US"/>
        </a:p>
      </dgm:t>
    </dgm:pt>
    <dgm:pt modelId="{2D5FA683-ED77-4A04-9B80-810BCB7C6CFB}">
      <dgm:prSet custT="1"/>
      <dgm:spPr/>
      <dgm:t>
        <a:bodyPr/>
        <a:lstStyle/>
        <a:p>
          <a:r>
            <a:rPr lang="en-US" sz="18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Affordability:</a:t>
          </a: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Low-cost design using common parts and free tools.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3261CF-0535-4BDB-ACBA-1E17E1A18FC0}" type="parTrans" cxnId="{AB9B429C-EBF5-4F49-9DB5-A0BA2F45EC96}">
      <dgm:prSet/>
      <dgm:spPr/>
      <dgm:t>
        <a:bodyPr/>
        <a:lstStyle/>
        <a:p>
          <a:endParaRPr lang="en-US"/>
        </a:p>
      </dgm:t>
    </dgm:pt>
    <dgm:pt modelId="{450A92E2-1FB2-42E2-B10C-E90FFE738DE7}" type="sibTrans" cxnId="{AB9B429C-EBF5-4F49-9DB5-A0BA2F45EC96}">
      <dgm:prSet/>
      <dgm:spPr/>
      <dgm:t>
        <a:bodyPr/>
        <a:lstStyle/>
        <a:p>
          <a:endParaRPr lang="en-US"/>
        </a:p>
      </dgm:t>
    </dgm:pt>
    <dgm:pt modelId="{89084CC6-5132-4540-A48C-4B7C3B810E77}" type="pres">
      <dgm:prSet presAssocID="{DED11FFA-4ED3-43D1-BBBE-20101729E9BC}" presName="Name0" presStyleCnt="0">
        <dgm:presLayoutVars>
          <dgm:dir/>
          <dgm:resizeHandles val="exact"/>
        </dgm:presLayoutVars>
      </dgm:prSet>
      <dgm:spPr/>
    </dgm:pt>
    <dgm:pt modelId="{6FF2482F-28E8-4C8F-BF7E-9FB6A227BB18}" type="pres">
      <dgm:prSet presAssocID="{DED11FFA-4ED3-43D1-BBBE-20101729E9BC}" presName="arrow" presStyleLbl="bgShp" presStyleIdx="0" presStyleCnt="1"/>
      <dgm:spPr/>
    </dgm:pt>
    <dgm:pt modelId="{66C2978C-72EB-4AEB-8DDB-780226076250}" type="pres">
      <dgm:prSet presAssocID="{DED11FFA-4ED3-43D1-BBBE-20101729E9BC}" presName="points" presStyleCnt="0"/>
      <dgm:spPr/>
    </dgm:pt>
    <dgm:pt modelId="{44AAB625-7CEE-40B1-B659-6E5A8625C3F5}" type="pres">
      <dgm:prSet presAssocID="{4C86D4FE-215D-4997-A362-80A2496F482E}" presName="compositeA" presStyleCnt="0"/>
      <dgm:spPr/>
    </dgm:pt>
    <dgm:pt modelId="{B8E6C05C-D3EE-4987-AC81-D8E11B8A01B9}" type="pres">
      <dgm:prSet presAssocID="{4C86D4FE-215D-4997-A362-80A2496F482E}" presName="textA" presStyleLbl="revTx" presStyleIdx="0" presStyleCnt="5" custScaleX="257574">
        <dgm:presLayoutVars>
          <dgm:bulletEnabled val="1"/>
        </dgm:presLayoutVars>
      </dgm:prSet>
      <dgm:spPr/>
    </dgm:pt>
    <dgm:pt modelId="{3F908B91-467D-4777-B4E0-010CF5BB12F7}" type="pres">
      <dgm:prSet presAssocID="{4C86D4FE-215D-4997-A362-80A2496F482E}" presName="circleA" presStyleLbl="node1" presStyleIdx="0" presStyleCnt="5"/>
      <dgm:spPr/>
    </dgm:pt>
    <dgm:pt modelId="{37537587-D61C-4340-B3A9-6427ACD0BD1F}" type="pres">
      <dgm:prSet presAssocID="{4C86D4FE-215D-4997-A362-80A2496F482E}" presName="spaceA" presStyleCnt="0"/>
      <dgm:spPr/>
    </dgm:pt>
    <dgm:pt modelId="{27D0A144-9B2E-4AB2-88BF-6A4F7BB8471A}" type="pres">
      <dgm:prSet presAssocID="{196E8071-6C91-48E6-8395-4B03F5485919}" presName="space" presStyleCnt="0"/>
      <dgm:spPr/>
    </dgm:pt>
    <dgm:pt modelId="{C93A88B1-A27A-4A95-996F-E9E78F71AA24}" type="pres">
      <dgm:prSet presAssocID="{AD58B747-9AAF-4821-B07F-1F8A0F7A472F}" presName="compositeB" presStyleCnt="0"/>
      <dgm:spPr/>
    </dgm:pt>
    <dgm:pt modelId="{58E7B285-C993-4326-8D0C-C6709CEEC130}" type="pres">
      <dgm:prSet presAssocID="{AD58B747-9AAF-4821-B07F-1F8A0F7A472F}" presName="textB" presStyleLbl="revTx" presStyleIdx="1" presStyleCnt="5" custScaleX="200498">
        <dgm:presLayoutVars>
          <dgm:bulletEnabled val="1"/>
        </dgm:presLayoutVars>
      </dgm:prSet>
      <dgm:spPr/>
    </dgm:pt>
    <dgm:pt modelId="{8745FA39-2E29-4435-96B2-D317BA3450FA}" type="pres">
      <dgm:prSet presAssocID="{AD58B747-9AAF-4821-B07F-1F8A0F7A472F}" presName="circleB" presStyleLbl="node1" presStyleIdx="1" presStyleCnt="5"/>
      <dgm:spPr/>
    </dgm:pt>
    <dgm:pt modelId="{C2622A24-EE5E-480D-AE76-4D3BFA6B9149}" type="pres">
      <dgm:prSet presAssocID="{AD58B747-9AAF-4821-B07F-1F8A0F7A472F}" presName="spaceB" presStyleCnt="0"/>
      <dgm:spPr/>
    </dgm:pt>
    <dgm:pt modelId="{57D2D169-C0ED-4A28-870A-D713A7FED2BF}" type="pres">
      <dgm:prSet presAssocID="{C4297953-2A09-40D5-936B-60F1A2DAC63C}" presName="space" presStyleCnt="0"/>
      <dgm:spPr/>
    </dgm:pt>
    <dgm:pt modelId="{78B905E7-8804-4816-9403-3441BC0B4301}" type="pres">
      <dgm:prSet presAssocID="{D0712C30-768B-4579-B614-A505803939DF}" presName="compositeA" presStyleCnt="0"/>
      <dgm:spPr/>
    </dgm:pt>
    <dgm:pt modelId="{94367A8A-37DE-47B7-85AC-D1753E5F0C8A}" type="pres">
      <dgm:prSet presAssocID="{D0712C30-768B-4579-B614-A505803939DF}" presName="textA" presStyleLbl="revTx" presStyleIdx="2" presStyleCnt="5" custScaleX="210885">
        <dgm:presLayoutVars>
          <dgm:bulletEnabled val="1"/>
        </dgm:presLayoutVars>
      </dgm:prSet>
      <dgm:spPr/>
    </dgm:pt>
    <dgm:pt modelId="{41744731-7ED6-406E-A9B7-6B2380CC019E}" type="pres">
      <dgm:prSet presAssocID="{D0712C30-768B-4579-B614-A505803939DF}" presName="circleA" presStyleLbl="node1" presStyleIdx="2" presStyleCnt="5"/>
      <dgm:spPr/>
    </dgm:pt>
    <dgm:pt modelId="{22E389B8-A950-4EE1-A3F4-8FFF0DEF4FD3}" type="pres">
      <dgm:prSet presAssocID="{D0712C30-768B-4579-B614-A505803939DF}" presName="spaceA" presStyleCnt="0"/>
      <dgm:spPr/>
    </dgm:pt>
    <dgm:pt modelId="{C527605A-82CC-492D-B299-72A5C9A1F95C}" type="pres">
      <dgm:prSet presAssocID="{E89CBF2B-C057-4E02-92CD-49855FD6F6C4}" presName="space" presStyleCnt="0"/>
      <dgm:spPr/>
    </dgm:pt>
    <dgm:pt modelId="{3DE3FB61-FF68-4F92-80E3-7173370DBAA1}" type="pres">
      <dgm:prSet presAssocID="{C67EC24B-C549-4FD1-8177-973A8160BE28}" presName="compositeB" presStyleCnt="0"/>
      <dgm:spPr/>
    </dgm:pt>
    <dgm:pt modelId="{60A171EC-C0FF-448E-AB23-5227342DD061}" type="pres">
      <dgm:prSet presAssocID="{C67EC24B-C549-4FD1-8177-973A8160BE28}" presName="textB" presStyleLbl="revTx" presStyleIdx="3" presStyleCnt="5" custScaleX="198437">
        <dgm:presLayoutVars>
          <dgm:bulletEnabled val="1"/>
        </dgm:presLayoutVars>
      </dgm:prSet>
      <dgm:spPr/>
    </dgm:pt>
    <dgm:pt modelId="{E7C533D4-69BE-4264-A075-46877C337E4F}" type="pres">
      <dgm:prSet presAssocID="{C67EC24B-C549-4FD1-8177-973A8160BE28}" presName="circleB" presStyleLbl="node1" presStyleIdx="3" presStyleCnt="5"/>
      <dgm:spPr/>
    </dgm:pt>
    <dgm:pt modelId="{0AF45ABB-C635-49DF-8CE5-7995DE08D908}" type="pres">
      <dgm:prSet presAssocID="{C67EC24B-C549-4FD1-8177-973A8160BE28}" presName="spaceB" presStyleCnt="0"/>
      <dgm:spPr/>
    </dgm:pt>
    <dgm:pt modelId="{2C9A6D70-11F0-403A-9F67-147E8CED2A55}" type="pres">
      <dgm:prSet presAssocID="{6014BBE9-5826-4CAF-80D4-6E384119889D}" presName="space" presStyleCnt="0"/>
      <dgm:spPr/>
    </dgm:pt>
    <dgm:pt modelId="{259279C2-031B-437C-A358-E0999ED110B0}" type="pres">
      <dgm:prSet presAssocID="{2D5FA683-ED77-4A04-9B80-810BCB7C6CFB}" presName="compositeA" presStyleCnt="0"/>
      <dgm:spPr/>
    </dgm:pt>
    <dgm:pt modelId="{56B2CBFA-1761-4826-9D42-C0A7A7BC133E}" type="pres">
      <dgm:prSet presAssocID="{2D5FA683-ED77-4A04-9B80-810BCB7C6CFB}" presName="textA" presStyleLbl="revTx" presStyleIdx="4" presStyleCnt="5" custScaleX="226962">
        <dgm:presLayoutVars>
          <dgm:bulletEnabled val="1"/>
        </dgm:presLayoutVars>
      </dgm:prSet>
      <dgm:spPr/>
    </dgm:pt>
    <dgm:pt modelId="{F700B09A-9CB5-4477-B675-654962E4A30D}" type="pres">
      <dgm:prSet presAssocID="{2D5FA683-ED77-4A04-9B80-810BCB7C6CFB}" presName="circleA" presStyleLbl="node1" presStyleIdx="4" presStyleCnt="5"/>
      <dgm:spPr/>
    </dgm:pt>
    <dgm:pt modelId="{F0EA86F5-63E0-4217-A9A1-E2E6D5B798C6}" type="pres">
      <dgm:prSet presAssocID="{2D5FA683-ED77-4A04-9B80-810BCB7C6CFB}" presName="spaceA" presStyleCnt="0"/>
      <dgm:spPr/>
    </dgm:pt>
  </dgm:ptLst>
  <dgm:cxnLst>
    <dgm:cxn modelId="{4575DF43-21B3-4504-B1D5-96A11E75AFC2}" type="presOf" srcId="{D0712C30-768B-4579-B614-A505803939DF}" destId="{94367A8A-37DE-47B7-85AC-D1753E5F0C8A}" srcOrd="0" destOrd="0" presId="urn:microsoft.com/office/officeart/2005/8/layout/hProcess11"/>
    <dgm:cxn modelId="{996C0867-13DA-437E-9BE1-9BC8E1DC0E05}" srcId="{DED11FFA-4ED3-43D1-BBBE-20101729E9BC}" destId="{C67EC24B-C549-4FD1-8177-973A8160BE28}" srcOrd="3" destOrd="0" parTransId="{CE0C0D3A-8CFB-4E25-8242-C83EDFC6124B}" sibTransId="{6014BBE9-5826-4CAF-80D4-6E384119889D}"/>
    <dgm:cxn modelId="{C92F826B-EA01-4F14-AE6E-35776173B030}" srcId="{DED11FFA-4ED3-43D1-BBBE-20101729E9BC}" destId="{AD58B747-9AAF-4821-B07F-1F8A0F7A472F}" srcOrd="1" destOrd="0" parTransId="{B88DE047-FD67-48E9-820E-AFD2C87B2EB8}" sibTransId="{C4297953-2A09-40D5-936B-60F1A2DAC63C}"/>
    <dgm:cxn modelId="{891A548A-9F47-44A6-9DC5-FACF38A4997C}" type="presOf" srcId="{DED11FFA-4ED3-43D1-BBBE-20101729E9BC}" destId="{89084CC6-5132-4540-A48C-4B7C3B810E77}" srcOrd="0" destOrd="0" presId="urn:microsoft.com/office/officeart/2005/8/layout/hProcess11"/>
    <dgm:cxn modelId="{8BFD429B-44C1-4895-BE61-96F5B543B747}" srcId="{DED11FFA-4ED3-43D1-BBBE-20101729E9BC}" destId="{4C86D4FE-215D-4997-A362-80A2496F482E}" srcOrd="0" destOrd="0" parTransId="{96238420-88AB-4204-9E54-EF1090073170}" sibTransId="{196E8071-6C91-48E6-8395-4B03F5485919}"/>
    <dgm:cxn modelId="{AB9B429C-EBF5-4F49-9DB5-A0BA2F45EC96}" srcId="{DED11FFA-4ED3-43D1-BBBE-20101729E9BC}" destId="{2D5FA683-ED77-4A04-9B80-810BCB7C6CFB}" srcOrd="4" destOrd="0" parTransId="{D73261CF-0535-4BDB-ACBA-1E17E1A18FC0}" sibTransId="{450A92E2-1FB2-42E2-B10C-E90FFE738DE7}"/>
    <dgm:cxn modelId="{EEEE2CA6-34C5-4050-BB81-38E9551F11A2}" type="presOf" srcId="{C67EC24B-C549-4FD1-8177-973A8160BE28}" destId="{60A171EC-C0FF-448E-AB23-5227342DD061}" srcOrd="0" destOrd="0" presId="urn:microsoft.com/office/officeart/2005/8/layout/hProcess11"/>
    <dgm:cxn modelId="{F64611CF-071C-4693-941D-66226AB96C0F}" type="presOf" srcId="{2D5FA683-ED77-4A04-9B80-810BCB7C6CFB}" destId="{56B2CBFA-1761-4826-9D42-C0A7A7BC133E}" srcOrd="0" destOrd="0" presId="urn:microsoft.com/office/officeart/2005/8/layout/hProcess11"/>
    <dgm:cxn modelId="{B5B536DC-19E6-4EB1-A93C-43A3228D1DA9}" type="presOf" srcId="{4C86D4FE-215D-4997-A362-80A2496F482E}" destId="{B8E6C05C-D3EE-4987-AC81-D8E11B8A01B9}" srcOrd="0" destOrd="0" presId="urn:microsoft.com/office/officeart/2005/8/layout/hProcess11"/>
    <dgm:cxn modelId="{C1405DDE-BD46-4D1C-84E0-BC3B1DAFCFD9}" type="presOf" srcId="{AD58B747-9AAF-4821-B07F-1F8A0F7A472F}" destId="{58E7B285-C993-4326-8D0C-C6709CEEC130}" srcOrd="0" destOrd="0" presId="urn:microsoft.com/office/officeart/2005/8/layout/hProcess11"/>
    <dgm:cxn modelId="{C8395FE0-966B-412E-AD20-805B3B05856F}" srcId="{DED11FFA-4ED3-43D1-BBBE-20101729E9BC}" destId="{D0712C30-768B-4579-B614-A505803939DF}" srcOrd="2" destOrd="0" parTransId="{AA9DD9C2-A3BE-49AA-9B57-176DABEC6CBA}" sibTransId="{E89CBF2B-C057-4E02-92CD-49855FD6F6C4}"/>
    <dgm:cxn modelId="{B4ACD80C-63D3-401C-97FB-52C8695DD4BD}" type="presParOf" srcId="{89084CC6-5132-4540-A48C-4B7C3B810E77}" destId="{6FF2482F-28E8-4C8F-BF7E-9FB6A227BB18}" srcOrd="0" destOrd="0" presId="urn:microsoft.com/office/officeart/2005/8/layout/hProcess11"/>
    <dgm:cxn modelId="{09783851-4666-4F30-90C6-CB9B7645FA63}" type="presParOf" srcId="{89084CC6-5132-4540-A48C-4B7C3B810E77}" destId="{66C2978C-72EB-4AEB-8DDB-780226076250}" srcOrd="1" destOrd="0" presId="urn:microsoft.com/office/officeart/2005/8/layout/hProcess11"/>
    <dgm:cxn modelId="{C095BDE6-0BE1-46D4-8939-454E577BD7D9}" type="presParOf" srcId="{66C2978C-72EB-4AEB-8DDB-780226076250}" destId="{44AAB625-7CEE-40B1-B659-6E5A8625C3F5}" srcOrd="0" destOrd="0" presId="urn:microsoft.com/office/officeart/2005/8/layout/hProcess11"/>
    <dgm:cxn modelId="{F12F2B5D-01B1-43A2-9CEA-102C91C58320}" type="presParOf" srcId="{44AAB625-7CEE-40B1-B659-6E5A8625C3F5}" destId="{B8E6C05C-D3EE-4987-AC81-D8E11B8A01B9}" srcOrd="0" destOrd="0" presId="urn:microsoft.com/office/officeart/2005/8/layout/hProcess11"/>
    <dgm:cxn modelId="{61E334F6-460C-4CCB-A38D-1EA23F5E3484}" type="presParOf" srcId="{44AAB625-7CEE-40B1-B659-6E5A8625C3F5}" destId="{3F908B91-467D-4777-B4E0-010CF5BB12F7}" srcOrd="1" destOrd="0" presId="urn:microsoft.com/office/officeart/2005/8/layout/hProcess11"/>
    <dgm:cxn modelId="{47192003-51AD-472A-8FB6-E68AD9C352BC}" type="presParOf" srcId="{44AAB625-7CEE-40B1-B659-6E5A8625C3F5}" destId="{37537587-D61C-4340-B3A9-6427ACD0BD1F}" srcOrd="2" destOrd="0" presId="urn:microsoft.com/office/officeart/2005/8/layout/hProcess11"/>
    <dgm:cxn modelId="{1DA72834-3CAE-4BFA-9657-152EF246057B}" type="presParOf" srcId="{66C2978C-72EB-4AEB-8DDB-780226076250}" destId="{27D0A144-9B2E-4AB2-88BF-6A4F7BB8471A}" srcOrd="1" destOrd="0" presId="urn:microsoft.com/office/officeart/2005/8/layout/hProcess11"/>
    <dgm:cxn modelId="{EA6C2873-0EAC-46A3-9FA7-48F093F0C0E3}" type="presParOf" srcId="{66C2978C-72EB-4AEB-8DDB-780226076250}" destId="{C93A88B1-A27A-4A95-996F-E9E78F71AA24}" srcOrd="2" destOrd="0" presId="urn:microsoft.com/office/officeart/2005/8/layout/hProcess11"/>
    <dgm:cxn modelId="{7134BAC1-B9EB-4F95-9820-827FB6E57865}" type="presParOf" srcId="{C93A88B1-A27A-4A95-996F-E9E78F71AA24}" destId="{58E7B285-C993-4326-8D0C-C6709CEEC130}" srcOrd="0" destOrd="0" presId="urn:microsoft.com/office/officeart/2005/8/layout/hProcess11"/>
    <dgm:cxn modelId="{4EB6C52F-F308-4226-8F65-DB4E5B27EDD5}" type="presParOf" srcId="{C93A88B1-A27A-4A95-996F-E9E78F71AA24}" destId="{8745FA39-2E29-4435-96B2-D317BA3450FA}" srcOrd="1" destOrd="0" presId="urn:microsoft.com/office/officeart/2005/8/layout/hProcess11"/>
    <dgm:cxn modelId="{51A8B1B6-3FD9-45DA-BD2F-A62E7DA39D7B}" type="presParOf" srcId="{C93A88B1-A27A-4A95-996F-E9E78F71AA24}" destId="{C2622A24-EE5E-480D-AE76-4D3BFA6B9149}" srcOrd="2" destOrd="0" presId="urn:microsoft.com/office/officeart/2005/8/layout/hProcess11"/>
    <dgm:cxn modelId="{7480DFB9-1742-4AF1-833B-AC399BA704AE}" type="presParOf" srcId="{66C2978C-72EB-4AEB-8DDB-780226076250}" destId="{57D2D169-C0ED-4A28-870A-D713A7FED2BF}" srcOrd="3" destOrd="0" presId="urn:microsoft.com/office/officeart/2005/8/layout/hProcess11"/>
    <dgm:cxn modelId="{05E6F69F-4A77-43E1-B2E7-0C13F6BDEFD2}" type="presParOf" srcId="{66C2978C-72EB-4AEB-8DDB-780226076250}" destId="{78B905E7-8804-4816-9403-3441BC0B4301}" srcOrd="4" destOrd="0" presId="urn:microsoft.com/office/officeart/2005/8/layout/hProcess11"/>
    <dgm:cxn modelId="{1E38B4C6-A6F9-4C1E-BB33-93E6C3026D00}" type="presParOf" srcId="{78B905E7-8804-4816-9403-3441BC0B4301}" destId="{94367A8A-37DE-47B7-85AC-D1753E5F0C8A}" srcOrd="0" destOrd="0" presId="urn:microsoft.com/office/officeart/2005/8/layout/hProcess11"/>
    <dgm:cxn modelId="{B4474C3C-4FF4-4C50-93CD-B6A0CD3A6FF2}" type="presParOf" srcId="{78B905E7-8804-4816-9403-3441BC0B4301}" destId="{41744731-7ED6-406E-A9B7-6B2380CC019E}" srcOrd="1" destOrd="0" presId="urn:microsoft.com/office/officeart/2005/8/layout/hProcess11"/>
    <dgm:cxn modelId="{AD63DB41-EC98-40EE-8EE6-49F1F5C1880D}" type="presParOf" srcId="{78B905E7-8804-4816-9403-3441BC0B4301}" destId="{22E389B8-A950-4EE1-A3F4-8FFF0DEF4FD3}" srcOrd="2" destOrd="0" presId="urn:microsoft.com/office/officeart/2005/8/layout/hProcess11"/>
    <dgm:cxn modelId="{215C24DE-B0CC-4B37-84ED-FEF2989D08E9}" type="presParOf" srcId="{66C2978C-72EB-4AEB-8DDB-780226076250}" destId="{C527605A-82CC-492D-B299-72A5C9A1F95C}" srcOrd="5" destOrd="0" presId="urn:microsoft.com/office/officeart/2005/8/layout/hProcess11"/>
    <dgm:cxn modelId="{B486104C-0D69-48CD-81BC-2A35AE80641D}" type="presParOf" srcId="{66C2978C-72EB-4AEB-8DDB-780226076250}" destId="{3DE3FB61-FF68-4F92-80E3-7173370DBAA1}" srcOrd="6" destOrd="0" presId="urn:microsoft.com/office/officeart/2005/8/layout/hProcess11"/>
    <dgm:cxn modelId="{7411FC5D-F56E-4F42-8636-68F9875441EE}" type="presParOf" srcId="{3DE3FB61-FF68-4F92-80E3-7173370DBAA1}" destId="{60A171EC-C0FF-448E-AB23-5227342DD061}" srcOrd="0" destOrd="0" presId="urn:microsoft.com/office/officeart/2005/8/layout/hProcess11"/>
    <dgm:cxn modelId="{96830554-FEC8-408A-988B-9F96C9E34C62}" type="presParOf" srcId="{3DE3FB61-FF68-4F92-80E3-7173370DBAA1}" destId="{E7C533D4-69BE-4264-A075-46877C337E4F}" srcOrd="1" destOrd="0" presId="urn:microsoft.com/office/officeart/2005/8/layout/hProcess11"/>
    <dgm:cxn modelId="{2D07F597-F0D1-41E8-A8EF-565A03236195}" type="presParOf" srcId="{3DE3FB61-FF68-4F92-80E3-7173370DBAA1}" destId="{0AF45ABB-C635-49DF-8CE5-7995DE08D908}" srcOrd="2" destOrd="0" presId="urn:microsoft.com/office/officeart/2005/8/layout/hProcess11"/>
    <dgm:cxn modelId="{0BF2435C-0141-4565-B2B7-397947035B78}" type="presParOf" srcId="{66C2978C-72EB-4AEB-8DDB-780226076250}" destId="{2C9A6D70-11F0-403A-9F67-147E8CED2A55}" srcOrd="7" destOrd="0" presId="urn:microsoft.com/office/officeart/2005/8/layout/hProcess11"/>
    <dgm:cxn modelId="{7F0E6225-D822-4122-85A2-9086E99876D0}" type="presParOf" srcId="{66C2978C-72EB-4AEB-8DDB-780226076250}" destId="{259279C2-031B-437C-A358-E0999ED110B0}" srcOrd="8" destOrd="0" presId="urn:microsoft.com/office/officeart/2005/8/layout/hProcess11"/>
    <dgm:cxn modelId="{E94AC307-72DA-4354-ADED-412141C7D602}" type="presParOf" srcId="{259279C2-031B-437C-A358-E0999ED110B0}" destId="{56B2CBFA-1761-4826-9D42-C0A7A7BC133E}" srcOrd="0" destOrd="0" presId="urn:microsoft.com/office/officeart/2005/8/layout/hProcess11"/>
    <dgm:cxn modelId="{C457C3C4-A791-40CE-A9C6-1891118F3FBD}" type="presParOf" srcId="{259279C2-031B-437C-A358-E0999ED110B0}" destId="{F700B09A-9CB5-4477-B675-654962E4A30D}" srcOrd="1" destOrd="0" presId="urn:microsoft.com/office/officeart/2005/8/layout/hProcess11"/>
    <dgm:cxn modelId="{9580AC7E-0FF1-42EE-9991-91355E7465D0}" type="presParOf" srcId="{259279C2-031B-437C-A358-E0999ED110B0}" destId="{F0EA86F5-63E0-4217-A9A1-E2E6D5B798C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C815C1-FC32-4FF9-8221-C06B28563AB9}" type="doc">
      <dgm:prSet loTypeId="urn:microsoft.com/office/officeart/2005/8/layout/venn3" loCatId="relationship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A13CD11-2141-45E4-AEE1-F0464D0A0657}">
      <dgm:prSet custT="1"/>
      <dgm:spPr/>
      <dgm:t>
        <a:bodyPr/>
        <a:lstStyle/>
        <a:p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Helps </a:t>
          </a:r>
          <a:r>
            <a:rPr lang="en-US" sz="22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paralyzed people</a:t>
          </a:r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control an artificial arm using brain signals.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85A81F-8EA6-4264-B2AC-9C5D02B41BF6}" type="parTrans" cxnId="{728E5B08-CB86-4A47-8FC1-D1C474445EDB}">
      <dgm:prSet/>
      <dgm:spPr/>
      <dgm:t>
        <a:bodyPr/>
        <a:lstStyle/>
        <a:p>
          <a:endParaRPr lang="en-US"/>
        </a:p>
      </dgm:t>
    </dgm:pt>
    <dgm:pt modelId="{84CE3F05-CF97-4963-AF6F-9F52B06EB485}" type="sibTrans" cxnId="{728E5B08-CB86-4A47-8FC1-D1C474445EDB}">
      <dgm:prSet/>
      <dgm:spPr/>
      <dgm:t>
        <a:bodyPr/>
        <a:lstStyle/>
        <a:p>
          <a:endParaRPr lang="en-US"/>
        </a:p>
      </dgm:t>
    </dgm:pt>
    <dgm:pt modelId="{556DBA4C-7849-4603-B23B-27539382C246}">
      <dgm:prSet custT="1"/>
      <dgm:spPr/>
      <dgm:t>
        <a:bodyPr/>
        <a:lstStyle/>
        <a:p>
          <a:pPr algn="ctr"/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a </a:t>
          </a:r>
          <a:r>
            <a:rPr lang="en-US" sz="22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non-invasive and user-friendly</a:t>
          </a:r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assistive solution.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AEE0DD-7D10-429B-AF75-25F7DF81DD03}" type="parTrans" cxnId="{7A23E157-B1C7-454D-9CEA-A34D444C6BDB}">
      <dgm:prSet/>
      <dgm:spPr/>
      <dgm:t>
        <a:bodyPr/>
        <a:lstStyle/>
        <a:p>
          <a:endParaRPr lang="en-US"/>
        </a:p>
      </dgm:t>
    </dgm:pt>
    <dgm:pt modelId="{730032DE-9D3A-4829-8F8F-A042F58DF5F2}" type="sibTrans" cxnId="{7A23E157-B1C7-454D-9CEA-A34D444C6BDB}">
      <dgm:prSet/>
      <dgm:spPr/>
      <dgm:t>
        <a:bodyPr/>
        <a:lstStyle/>
        <a:p>
          <a:endParaRPr lang="en-US"/>
        </a:p>
      </dgm:t>
    </dgm:pt>
    <dgm:pt modelId="{CED0C99E-01CC-4D39-87D8-18BE870BCA73}">
      <dgm:prSet custT="1"/>
      <dgm:spPr/>
      <dgm:t>
        <a:bodyPr/>
        <a:lstStyle/>
        <a:p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</a:t>
          </a:r>
          <a:r>
            <a:rPr lang="en-US" sz="22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local innovation</a:t>
          </a:r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robotics and healthcare technology.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0E50E5-8E66-472B-AC0A-432306161AE9}" type="parTrans" cxnId="{62B6083F-31DE-45DE-8684-0E08DE9D38DD}">
      <dgm:prSet/>
      <dgm:spPr/>
      <dgm:t>
        <a:bodyPr/>
        <a:lstStyle/>
        <a:p>
          <a:endParaRPr lang="en-US"/>
        </a:p>
      </dgm:t>
    </dgm:pt>
    <dgm:pt modelId="{B3E6201E-8D7A-4100-A645-17A06E6514CD}" type="sibTrans" cxnId="{62B6083F-31DE-45DE-8684-0E08DE9D38DD}">
      <dgm:prSet/>
      <dgm:spPr/>
      <dgm:t>
        <a:bodyPr/>
        <a:lstStyle/>
        <a:p>
          <a:endParaRPr lang="en-US"/>
        </a:p>
      </dgm:t>
    </dgm:pt>
    <dgm:pt modelId="{7C6CA06F-F341-4E3C-9A78-8E2176833F42}">
      <dgm:prSet custT="1"/>
      <dgm:spPr/>
      <dgm:t>
        <a:bodyPr/>
        <a:lstStyle/>
        <a:p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Opens the way for </a:t>
          </a:r>
          <a:r>
            <a:rPr lang="en-US" sz="22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future research</a:t>
          </a:r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brain-controlled systems.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2F42B8-2965-44DA-8F1D-772F14509889}" type="parTrans" cxnId="{2CB16D30-91D8-4B02-AB19-30AD807209AB}">
      <dgm:prSet/>
      <dgm:spPr/>
      <dgm:t>
        <a:bodyPr/>
        <a:lstStyle/>
        <a:p>
          <a:endParaRPr lang="en-US"/>
        </a:p>
      </dgm:t>
    </dgm:pt>
    <dgm:pt modelId="{D5D9D993-CF3A-42DB-B8C5-5DCB2C0154DB}" type="sibTrans" cxnId="{2CB16D30-91D8-4B02-AB19-30AD807209AB}">
      <dgm:prSet/>
      <dgm:spPr/>
      <dgm:t>
        <a:bodyPr/>
        <a:lstStyle/>
        <a:p>
          <a:endParaRPr lang="en-US"/>
        </a:p>
      </dgm:t>
    </dgm:pt>
    <dgm:pt modelId="{1D447482-48E6-492B-91FC-F07784B10592}">
      <dgm:prSet custT="1"/>
      <dgm:spPr/>
      <dgm:t>
        <a:bodyPr/>
        <a:lstStyle/>
        <a:p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Improves the </a:t>
          </a:r>
          <a:r>
            <a:rPr lang="en-US" sz="2200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quality of life</a:t>
          </a:r>
          <a:r>
            <a:rPr lang="en-US" sz="22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for individuals with physical disabilities.</a:t>
          </a:r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B00DA1-742F-4CDF-847B-D77CAC996FCB}" type="parTrans" cxnId="{82179037-64C1-4709-AA4C-7FA032AF07B8}">
      <dgm:prSet/>
      <dgm:spPr/>
      <dgm:t>
        <a:bodyPr/>
        <a:lstStyle/>
        <a:p>
          <a:endParaRPr lang="en-US"/>
        </a:p>
      </dgm:t>
    </dgm:pt>
    <dgm:pt modelId="{2402BC61-2412-42E8-A469-65DE8CDFABA3}" type="sibTrans" cxnId="{82179037-64C1-4709-AA4C-7FA032AF07B8}">
      <dgm:prSet/>
      <dgm:spPr/>
      <dgm:t>
        <a:bodyPr/>
        <a:lstStyle/>
        <a:p>
          <a:endParaRPr lang="en-US"/>
        </a:p>
      </dgm:t>
    </dgm:pt>
    <dgm:pt modelId="{D0DE8034-D766-48E2-84CD-5D72DB02E617}" type="pres">
      <dgm:prSet presAssocID="{B0C815C1-FC32-4FF9-8221-C06B28563AB9}" presName="Name0" presStyleCnt="0">
        <dgm:presLayoutVars>
          <dgm:dir/>
          <dgm:resizeHandles val="exact"/>
        </dgm:presLayoutVars>
      </dgm:prSet>
      <dgm:spPr/>
    </dgm:pt>
    <dgm:pt modelId="{2C7E807B-6DC6-4CEF-8333-C8EE5AB4214B}" type="pres">
      <dgm:prSet presAssocID="{8A13CD11-2141-45E4-AEE1-F0464D0A0657}" presName="Name5" presStyleLbl="vennNode1" presStyleIdx="0" presStyleCnt="5">
        <dgm:presLayoutVars>
          <dgm:bulletEnabled val="1"/>
        </dgm:presLayoutVars>
      </dgm:prSet>
      <dgm:spPr/>
    </dgm:pt>
    <dgm:pt modelId="{76517DDB-FB07-4136-8C7A-16508C38CEE1}" type="pres">
      <dgm:prSet presAssocID="{84CE3F05-CF97-4963-AF6F-9F52B06EB485}" presName="space" presStyleCnt="0"/>
      <dgm:spPr/>
    </dgm:pt>
    <dgm:pt modelId="{2E6BFA85-0B37-4E93-AD8B-34BB9F195DE6}" type="pres">
      <dgm:prSet presAssocID="{556DBA4C-7849-4603-B23B-27539382C246}" presName="Name5" presStyleLbl="vennNode1" presStyleIdx="1" presStyleCnt="5">
        <dgm:presLayoutVars>
          <dgm:bulletEnabled val="1"/>
        </dgm:presLayoutVars>
      </dgm:prSet>
      <dgm:spPr/>
    </dgm:pt>
    <dgm:pt modelId="{9B6F8646-E45E-4599-8CC9-5E1BC74ADD43}" type="pres">
      <dgm:prSet presAssocID="{730032DE-9D3A-4829-8F8F-A042F58DF5F2}" presName="space" presStyleCnt="0"/>
      <dgm:spPr/>
    </dgm:pt>
    <dgm:pt modelId="{187D0AF9-99BA-46BC-BB3F-A94D254B3E83}" type="pres">
      <dgm:prSet presAssocID="{CED0C99E-01CC-4D39-87D8-18BE870BCA73}" presName="Name5" presStyleLbl="vennNode1" presStyleIdx="2" presStyleCnt="5">
        <dgm:presLayoutVars>
          <dgm:bulletEnabled val="1"/>
        </dgm:presLayoutVars>
      </dgm:prSet>
      <dgm:spPr/>
    </dgm:pt>
    <dgm:pt modelId="{EAA9392B-A75B-4781-A678-2DCB01756631}" type="pres">
      <dgm:prSet presAssocID="{B3E6201E-8D7A-4100-A645-17A06E6514CD}" presName="space" presStyleCnt="0"/>
      <dgm:spPr/>
    </dgm:pt>
    <dgm:pt modelId="{156B2F41-F1C9-4F57-B163-D60F36593F5F}" type="pres">
      <dgm:prSet presAssocID="{7C6CA06F-F341-4E3C-9A78-8E2176833F42}" presName="Name5" presStyleLbl="vennNode1" presStyleIdx="3" presStyleCnt="5">
        <dgm:presLayoutVars>
          <dgm:bulletEnabled val="1"/>
        </dgm:presLayoutVars>
      </dgm:prSet>
      <dgm:spPr/>
    </dgm:pt>
    <dgm:pt modelId="{6C0673DD-5CF5-4092-B091-CB99787CBD76}" type="pres">
      <dgm:prSet presAssocID="{D5D9D993-CF3A-42DB-B8C5-5DCB2C0154DB}" presName="space" presStyleCnt="0"/>
      <dgm:spPr/>
    </dgm:pt>
    <dgm:pt modelId="{21C6087C-4B55-45DA-B4BC-92F4572B68BA}" type="pres">
      <dgm:prSet presAssocID="{1D447482-48E6-492B-91FC-F07784B10592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EF6A3406-A13A-480B-82C1-239462C90CAC}" type="presOf" srcId="{CED0C99E-01CC-4D39-87D8-18BE870BCA73}" destId="{187D0AF9-99BA-46BC-BB3F-A94D254B3E83}" srcOrd="0" destOrd="0" presId="urn:microsoft.com/office/officeart/2005/8/layout/venn3"/>
    <dgm:cxn modelId="{728E5B08-CB86-4A47-8FC1-D1C474445EDB}" srcId="{B0C815C1-FC32-4FF9-8221-C06B28563AB9}" destId="{8A13CD11-2141-45E4-AEE1-F0464D0A0657}" srcOrd="0" destOrd="0" parTransId="{B285A81F-8EA6-4264-B2AC-9C5D02B41BF6}" sibTransId="{84CE3F05-CF97-4963-AF6F-9F52B06EB485}"/>
    <dgm:cxn modelId="{B31BC01A-7844-4AEE-9D27-31C30D0AB498}" type="presOf" srcId="{556DBA4C-7849-4603-B23B-27539382C246}" destId="{2E6BFA85-0B37-4E93-AD8B-34BB9F195DE6}" srcOrd="0" destOrd="0" presId="urn:microsoft.com/office/officeart/2005/8/layout/venn3"/>
    <dgm:cxn modelId="{2CB16D30-91D8-4B02-AB19-30AD807209AB}" srcId="{B0C815C1-FC32-4FF9-8221-C06B28563AB9}" destId="{7C6CA06F-F341-4E3C-9A78-8E2176833F42}" srcOrd="3" destOrd="0" parTransId="{D92F42B8-2965-44DA-8F1D-772F14509889}" sibTransId="{D5D9D993-CF3A-42DB-B8C5-5DCB2C0154DB}"/>
    <dgm:cxn modelId="{82179037-64C1-4709-AA4C-7FA032AF07B8}" srcId="{B0C815C1-FC32-4FF9-8221-C06B28563AB9}" destId="{1D447482-48E6-492B-91FC-F07784B10592}" srcOrd="4" destOrd="0" parTransId="{ACB00DA1-742F-4CDF-847B-D77CAC996FCB}" sibTransId="{2402BC61-2412-42E8-A469-65DE8CDFABA3}"/>
    <dgm:cxn modelId="{62B6083F-31DE-45DE-8684-0E08DE9D38DD}" srcId="{B0C815C1-FC32-4FF9-8221-C06B28563AB9}" destId="{CED0C99E-01CC-4D39-87D8-18BE870BCA73}" srcOrd="2" destOrd="0" parTransId="{950E50E5-8E66-472B-AC0A-432306161AE9}" sibTransId="{B3E6201E-8D7A-4100-A645-17A06E6514CD}"/>
    <dgm:cxn modelId="{FEEA0073-E08D-43D6-8C12-F8071F8F3E28}" type="presOf" srcId="{B0C815C1-FC32-4FF9-8221-C06B28563AB9}" destId="{D0DE8034-D766-48E2-84CD-5D72DB02E617}" srcOrd="0" destOrd="0" presId="urn:microsoft.com/office/officeart/2005/8/layout/venn3"/>
    <dgm:cxn modelId="{0C453B55-AF6F-477D-8D6B-DA59CCB436AA}" type="presOf" srcId="{1D447482-48E6-492B-91FC-F07784B10592}" destId="{21C6087C-4B55-45DA-B4BC-92F4572B68BA}" srcOrd="0" destOrd="0" presId="urn:microsoft.com/office/officeart/2005/8/layout/venn3"/>
    <dgm:cxn modelId="{7A23E157-B1C7-454D-9CEA-A34D444C6BDB}" srcId="{B0C815C1-FC32-4FF9-8221-C06B28563AB9}" destId="{556DBA4C-7849-4603-B23B-27539382C246}" srcOrd="1" destOrd="0" parTransId="{9DAEE0DD-7D10-429B-AF75-25F7DF81DD03}" sibTransId="{730032DE-9D3A-4829-8F8F-A042F58DF5F2}"/>
    <dgm:cxn modelId="{C9948981-0DA6-4A40-A445-0F1885E0B9EF}" type="presOf" srcId="{8A13CD11-2141-45E4-AEE1-F0464D0A0657}" destId="{2C7E807B-6DC6-4CEF-8333-C8EE5AB4214B}" srcOrd="0" destOrd="0" presId="urn:microsoft.com/office/officeart/2005/8/layout/venn3"/>
    <dgm:cxn modelId="{991C6BF8-885B-4BFC-980B-1D336CEE86F1}" type="presOf" srcId="{7C6CA06F-F341-4E3C-9A78-8E2176833F42}" destId="{156B2F41-F1C9-4F57-B163-D60F36593F5F}" srcOrd="0" destOrd="0" presId="urn:microsoft.com/office/officeart/2005/8/layout/venn3"/>
    <dgm:cxn modelId="{68BF1FAE-8E1B-4E35-9A68-5286BEBD9661}" type="presParOf" srcId="{D0DE8034-D766-48E2-84CD-5D72DB02E617}" destId="{2C7E807B-6DC6-4CEF-8333-C8EE5AB4214B}" srcOrd="0" destOrd="0" presId="urn:microsoft.com/office/officeart/2005/8/layout/venn3"/>
    <dgm:cxn modelId="{6F7E67EA-5BCA-4FD7-B137-347493AF30DA}" type="presParOf" srcId="{D0DE8034-D766-48E2-84CD-5D72DB02E617}" destId="{76517DDB-FB07-4136-8C7A-16508C38CEE1}" srcOrd="1" destOrd="0" presId="urn:microsoft.com/office/officeart/2005/8/layout/venn3"/>
    <dgm:cxn modelId="{42DC667D-2877-4CA0-A17F-43DE979AB20C}" type="presParOf" srcId="{D0DE8034-D766-48E2-84CD-5D72DB02E617}" destId="{2E6BFA85-0B37-4E93-AD8B-34BB9F195DE6}" srcOrd="2" destOrd="0" presId="urn:microsoft.com/office/officeart/2005/8/layout/venn3"/>
    <dgm:cxn modelId="{C6E93F7B-EFC3-4452-9C7D-E716B8B45C97}" type="presParOf" srcId="{D0DE8034-D766-48E2-84CD-5D72DB02E617}" destId="{9B6F8646-E45E-4599-8CC9-5E1BC74ADD43}" srcOrd="3" destOrd="0" presId="urn:microsoft.com/office/officeart/2005/8/layout/venn3"/>
    <dgm:cxn modelId="{CC9692E5-CC26-49F8-8839-9DB9DCC07DD9}" type="presParOf" srcId="{D0DE8034-D766-48E2-84CD-5D72DB02E617}" destId="{187D0AF9-99BA-46BC-BB3F-A94D254B3E83}" srcOrd="4" destOrd="0" presId="urn:microsoft.com/office/officeart/2005/8/layout/venn3"/>
    <dgm:cxn modelId="{AFF488BE-DE22-46D7-BBDC-A5357B0F1A65}" type="presParOf" srcId="{D0DE8034-D766-48E2-84CD-5D72DB02E617}" destId="{EAA9392B-A75B-4781-A678-2DCB01756631}" srcOrd="5" destOrd="0" presId="urn:microsoft.com/office/officeart/2005/8/layout/venn3"/>
    <dgm:cxn modelId="{591A7E58-902B-4D10-AD11-074AD26FAC69}" type="presParOf" srcId="{D0DE8034-D766-48E2-84CD-5D72DB02E617}" destId="{156B2F41-F1C9-4F57-B163-D60F36593F5F}" srcOrd="6" destOrd="0" presId="urn:microsoft.com/office/officeart/2005/8/layout/venn3"/>
    <dgm:cxn modelId="{4309564B-2035-4CD1-B6B5-325BAD92C6D2}" type="presParOf" srcId="{D0DE8034-D766-48E2-84CD-5D72DB02E617}" destId="{6C0673DD-5CF5-4092-B091-CB99787CBD76}" srcOrd="7" destOrd="0" presId="urn:microsoft.com/office/officeart/2005/8/layout/venn3"/>
    <dgm:cxn modelId="{09483E18-75F3-4E71-8E91-B37A3FDEB218}" type="presParOf" srcId="{D0DE8034-D766-48E2-84CD-5D72DB02E617}" destId="{21C6087C-4B55-45DA-B4BC-92F4572B68BA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75398-C0B2-4FA1-86D3-D39BA7C90B9A}">
      <dsp:nvSpPr>
        <dsp:cNvPr id="0" name=""/>
        <dsp:cNvSpPr/>
      </dsp:nvSpPr>
      <dsp:spPr>
        <a:xfrm>
          <a:off x="0" y="1534341"/>
          <a:ext cx="11625942" cy="2045788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7FB2A-0369-4EA4-B50A-D2F098A2A8E0}">
      <dsp:nvSpPr>
        <dsp:cNvPr id="0" name=""/>
        <dsp:cNvSpPr/>
      </dsp:nvSpPr>
      <dsp:spPr>
        <a:xfrm>
          <a:off x="61674" y="651624"/>
          <a:ext cx="2278618" cy="1225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EEG Signal Collection: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Collect brain signals using an EEG headset.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674" y="651624"/>
        <a:ext cx="2278618" cy="1225181"/>
      </dsp:txXfrm>
    </dsp:sp>
    <dsp:sp modelId="{2CE72218-F768-451F-9C62-42B1B510368E}">
      <dsp:nvSpPr>
        <dsp:cNvPr id="0" name=""/>
        <dsp:cNvSpPr/>
      </dsp:nvSpPr>
      <dsp:spPr>
        <a:xfrm>
          <a:off x="1003340" y="2355971"/>
          <a:ext cx="511447" cy="511447"/>
        </a:xfrm>
        <a:prstGeom prst="ellipse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339ED4-E7EE-4634-86AD-F3D2FD6E9258}">
      <dsp:nvSpPr>
        <dsp:cNvPr id="0" name=""/>
        <dsp:cNvSpPr/>
      </dsp:nvSpPr>
      <dsp:spPr>
        <a:xfrm>
          <a:off x="2322352" y="3068683"/>
          <a:ext cx="1886239" cy="2045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Signal Cleaning: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Remove noise to make the signals clear and usable.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22352" y="3068683"/>
        <a:ext cx="1886239" cy="2045788"/>
      </dsp:txXfrm>
    </dsp:sp>
    <dsp:sp modelId="{D8B654F5-44B6-432A-A351-015456373C21}">
      <dsp:nvSpPr>
        <dsp:cNvPr id="0" name=""/>
        <dsp:cNvSpPr/>
      </dsp:nvSpPr>
      <dsp:spPr>
        <a:xfrm>
          <a:off x="3009748" y="2301512"/>
          <a:ext cx="511447" cy="511447"/>
        </a:xfrm>
        <a:prstGeom prst="ellipse">
          <a:avLst/>
        </a:prstGeom>
        <a:solidFill>
          <a:schemeClr val="accent4">
            <a:shade val="80000"/>
            <a:hueOff val="132061"/>
            <a:satOff val="-7564"/>
            <a:lumOff val="83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757DA2-5C4E-4BEE-889A-CD2F57DC0E8D}">
      <dsp:nvSpPr>
        <dsp:cNvPr id="0" name=""/>
        <dsp:cNvSpPr/>
      </dsp:nvSpPr>
      <dsp:spPr>
        <a:xfrm>
          <a:off x="4392888" y="0"/>
          <a:ext cx="2072197" cy="2045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Command Conversion 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Change brain signals into movement commands.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92888" y="0"/>
        <a:ext cx="2072197" cy="2045788"/>
      </dsp:txXfrm>
    </dsp:sp>
    <dsp:sp modelId="{3FB17209-3D1A-4F9E-AE8E-BA8D26EC534B}">
      <dsp:nvSpPr>
        <dsp:cNvPr id="0" name=""/>
        <dsp:cNvSpPr/>
      </dsp:nvSpPr>
      <dsp:spPr>
        <a:xfrm>
          <a:off x="5032011" y="2301512"/>
          <a:ext cx="511447" cy="511447"/>
        </a:xfrm>
        <a:prstGeom prst="ellipse">
          <a:avLst/>
        </a:prstGeom>
        <a:solidFill>
          <a:schemeClr val="accent4">
            <a:shade val="80000"/>
            <a:hueOff val="264123"/>
            <a:satOff val="-15129"/>
            <a:lumOff val="167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EF649A-E93D-405B-B833-81FE287784D8}">
      <dsp:nvSpPr>
        <dsp:cNvPr id="0" name=""/>
        <dsp:cNvSpPr/>
      </dsp:nvSpPr>
      <dsp:spPr>
        <a:xfrm>
          <a:off x="6366877" y="3068683"/>
          <a:ext cx="2067161" cy="2045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Robotic Arm Control: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Move the arm quickly and accurately as per commands.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66877" y="3068683"/>
        <a:ext cx="2067161" cy="2045788"/>
      </dsp:txXfrm>
    </dsp:sp>
    <dsp:sp modelId="{179CE1EF-BBED-4B1F-8E4D-4CAD15379579}">
      <dsp:nvSpPr>
        <dsp:cNvPr id="0" name=""/>
        <dsp:cNvSpPr/>
      </dsp:nvSpPr>
      <dsp:spPr>
        <a:xfrm>
          <a:off x="7144734" y="2301512"/>
          <a:ext cx="511447" cy="511447"/>
        </a:xfrm>
        <a:prstGeom prst="ellipse">
          <a:avLst/>
        </a:prstGeom>
        <a:solidFill>
          <a:schemeClr val="accent4">
            <a:shade val="80000"/>
            <a:hueOff val="396184"/>
            <a:satOff val="-22693"/>
            <a:lumOff val="25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B86547-387A-4E9B-899D-108D699A1BD2}">
      <dsp:nvSpPr>
        <dsp:cNvPr id="0" name=""/>
        <dsp:cNvSpPr/>
      </dsp:nvSpPr>
      <dsp:spPr>
        <a:xfrm>
          <a:off x="8477082" y="0"/>
          <a:ext cx="1985576" cy="2045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Logging: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 Save signals and results to test and improve the system.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477082" y="0"/>
        <a:ext cx="1985576" cy="2045788"/>
      </dsp:txXfrm>
    </dsp:sp>
    <dsp:sp modelId="{81F78EEA-4616-4E34-A2D4-C04F9117A94B}">
      <dsp:nvSpPr>
        <dsp:cNvPr id="0" name=""/>
        <dsp:cNvSpPr/>
      </dsp:nvSpPr>
      <dsp:spPr>
        <a:xfrm>
          <a:off x="9214147" y="2301512"/>
          <a:ext cx="511447" cy="511447"/>
        </a:xfrm>
        <a:prstGeom prst="ellipse">
          <a:avLst/>
        </a:prstGeom>
        <a:solidFill>
          <a:schemeClr val="accent4">
            <a:shade val="80000"/>
            <a:hueOff val="528246"/>
            <a:satOff val="-30258"/>
            <a:lumOff val="335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2482F-28E8-4C8F-BF7E-9FB6A227BB18}">
      <dsp:nvSpPr>
        <dsp:cNvPr id="0" name=""/>
        <dsp:cNvSpPr/>
      </dsp:nvSpPr>
      <dsp:spPr>
        <a:xfrm>
          <a:off x="0" y="1290962"/>
          <a:ext cx="11446329" cy="172128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6C05C-D3EE-4987-AC81-D8E11B8A01B9}">
      <dsp:nvSpPr>
        <dsp:cNvPr id="0" name=""/>
        <dsp:cNvSpPr/>
      </dsp:nvSpPr>
      <dsp:spPr>
        <a:xfrm>
          <a:off x="932" y="0"/>
          <a:ext cx="2380719" cy="17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Reliability: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Works smoothly without losing signals or needing frequent setup.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32" y="0"/>
        <a:ext cx="2380719" cy="1721283"/>
      </dsp:txXfrm>
    </dsp:sp>
    <dsp:sp modelId="{3F908B91-467D-4777-B4E0-010CF5BB12F7}">
      <dsp:nvSpPr>
        <dsp:cNvPr id="0" name=""/>
        <dsp:cNvSpPr/>
      </dsp:nvSpPr>
      <dsp:spPr>
        <a:xfrm>
          <a:off x="976131" y="1936444"/>
          <a:ext cx="430320" cy="430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E7B285-C993-4326-8D0C-C6709CEEC130}">
      <dsp:nvSpPr>
        <dsp:cNvPr id="0" name=""/>
        <dsp:cNvSpPr/>
      </dsp:nvSpPr>
      <dsp:spPr>
        <a:xfrm>
          <a:off x="2427866" y="2581925"/>
          <a:ext cx="1853173" cy="17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Accuracy: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Moves correctly according to the user’s brain signals.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27866" y="2581925"/>
        <a:ext cx="1853173" cy="1721283"/>
      </dsp:txXfrm>
    </dsp:sp>
    <dsp:sp modelId="{8745FA39-2E29-4435-96B2-D317BA3450FA}">
      <dsp:nvSpPr>
        <dsp:cNvPr id="0" name=""/>
        <dsp:cNvSpPr/>
      </dsp:nvSpPr>
      <dsp:spPr>
        <a:xfrm>
          <a:off x="3139292" y="1936444"/>
          <a:ext cx="430320" cy="430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367A8A-37DE-47B7-85AC-D1753E5F0C8A}">
      <dsp:nvSpPr>
        <dsp:cNvPr id="0" name=""/>
        <dsp:cNvSpPr/>
      </dsp:nvSpPr>
      <dsp:spPr>
        <a:xfrm>
          <a:off x="4327254" y="0"/>
          <a:ext cx="1949179" cy="17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Response Time: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Reacts quickly to the user’s thoughts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27254" y="0"/>
        <a:ext cx="1949179" cy="1721283"/>
      </dsp:txXfrm>
    </dsp:sp>
    <dsp:sp modelId="{41744731-7ED6-406E-A9B7-6B2380CC019E}">
      <dsp:nvSpPr>
        <dsp:cNvPr id="0" name=""/>
        <dsp:cNvSpPr/>
      </dsp:nvSpPr>
      <dsp:spPr>
        <a:xfrm>
          <a:off x="5086683" y="1936444"/>
          <a:ext cx="430320" cy="430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A171EC-C0FF-448E-AB23-5227342DD061}">
      <dsp:nvSpPr>
        <dsp:cNvPr id="0" name=""/>
        <dsp:cNvSpPr/>
      </dsp:nvSpPr>
      <dsp:spPr>
        <a:xfrm>
          <a:off x="6322647" y="2581925"/>
          <a:ext cx="1834124" cy="17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Scalability: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Can be upgraded easily with more sensors or features.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22647" y="2581925"/>
        <a:ext cx="1834124" cy="1721283"/>
      </dsp:txXfrm>
    </dsp:sp>
    <dsp:sp modelId="{E7C533D4-69BE-4264-A075-46877C337E4F}">
      <dsp:nvSpPr>
        <dsp:cNvPr id="0" name=""/>
        <dsp:cNvSpPr/>
      </dsp:nvSpPr>
      <dsp:spPr>
        <a:xfrm>
          <a:off x="7024549" y="1936444"/>
          <a:ext cx="430320" cy="430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B2CBFA-1761-4826-9D42-C0A7A7BC133E}">
      <dsp:nvSpPr>
        <dsp:cNvPr id="0" name=""/>
        <dsp:cNvSpPr/>
      </dsp:nvSpPr>
      <dsp:spPr>
        <a:xfrm>
          <a:off x="8202986" y="0"/>
          <a:ext cx="2097776" cy="17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Affordability:</a:t>
          </a: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Low-cost design using common parts and free tools.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02986" y="0"/>
        <a:ext cx="2097776" cy="1721283"/>
      </dsp:txXfrm>
    </dsp:sp>
    <dsp:sp modelId="{F700B09A-9CB5-4477-B675-654962E4A30D}">
      <dsp:nvSpPr>
        <dsp:cNvPr id="0" name=""/>
        <dsp:cNvSpPr/>
      </dsp:nvSpPr>
      <dsp:spPr>
        <a:xfrm>
          <a:off x="9036714" y="1936444"/>
          <a:ext cx="430320" cy="430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E807B-6DC6-4CEF-8333-C8EE5AB4214B}">
      <dsp:nvSpPr>
        <dsp:cNvPr id="0" name=""/>
        <dsp:cNvSpPr/>
      </dsp:nvSpPr>
      <dsp:spPr>
        <a:xfrm>
          <a:off x="1360" y="298903"/>
          <a:ext cx="2653392" cy="265339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6025" tIns="27940" rIns="146025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Helps </a:t>
          </a:r>
          <a:r>
            <a:rPr lang="en-US" sz="22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paralyzed people</a:t>
          </a: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control an artificial arm using brain signals.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940" y="687483"/>
        <a:ext cx="1876232" cy="1876232"/>
      </dsp:txXfrm>
    </dsp:sp>
    <dsp:sp modelId="{2E6BFA85-0B37-4E93-AD8B-34BB9F195DE6}">
      <dsp:nvSpPr>
        <dsp:cNvPr id="0" name=""/>
        <dsp:cNvSpPr/>
      </dsp:nvSpPr>
      <dsp:spPr>
        <a:xfrm>
          <a:off x="2124075" y="298903"/>
          <a:ext cx="2653392" cy="265339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6025" tIns="27940" rIns="146025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a </a:t>
          </a:r>
          <a:r>
            <a:rPr lang="en-US" sz="22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non-invasive and user-friendly</a:t>
          </a: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assistive solution.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12655" y="687483"/>
        <a:ext cx="1876232" cy="1876232"/>
      </dsp:txXfrm>
    </dsp:sp>
    <dsp:sp modelId="{187D0AF9-99BA-46BC-BB3F-A94D254B3E83}">
      <dsp:nvSpPr>
        <dsp:cNvPr id="0" name=""/>
        <dsp:cNvSpPr/>
      </dsp:nvSpPr>
      <dsp:spPr>
        <a:xfrm>
          <a:off x="4246789" y="298903"/>
          <a:ext cx="2653392" cy="265339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6025" tIns="27940" rIns="146025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</a:t>
          </a:r>
          <a:r>
            <a:rPr lang="en-US" sz="22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local innovation</a:t>
          </a: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robotics and healthcare technology.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35369" y="687483"/>
        <a:ext cx="1876232" cy="1876232"/>
      </dsp:txXfrm>
    </dsp:sp>
    <dsp:sp modelId="{156B2F41-F1C9-4F57-B163-D60F36593F5F}">
      <dsp:nvSpPr>
        <dsp:cNvPr id="0" name=""/>
        <dsp:cNvSpPr/>
      </dsp:nvSpPr>
      <dsp:spPr>
        <a:xfrm>
          <a:off x="6369503" y="298903"/>
          <a:ext cx="2653392" cy="265339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6025" tIns="27940" rIns="146025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Opens the way for </a:t>
          </a:r>
          <a:r>
            <a:rPr lang="en-US" sz="22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future research</a:t>
          </a: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in brain-controlled systems.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58083" y="687483"/>
        <a:ext cx="1876232" cy="1876232"/>
      </dsp:txXfrm>
    </dsp:sp>
    <dsp:sp modelId="{21C6087C-4B55-45DA-B4BC-92F4572B68BA}">
      <dsp:nvSpPr>
        <dsp:cNvPr id="0" name=""/>
        <dsp:cNvSpPr/>
      </dsp:nvSpPr>
      <dsp:spPr>
        <a:xfrm>
          <a:off x="8492218" y="298903"/>
          <a:ext cx="2653392" cy="2653392"/>
        </a:xfrm>
        <a:prstGeom prst="ellipse">
          <a:avLst/>
        </a:prstGeom>
        <a:gradFill rotWithShape="0">
          <a:gsLst>
            <a:gs pos="0">
              <a:schemeClr val="accent5">
                <a:alpha val="50000"/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alpha val="50000"/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alpha val="50000"/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6025" tIns="27940" rIns="146025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Improves the </a:t>
          </a:r>
          <a:r>
            <a:rPr lang="en-US" sz="22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quality of life</a:t>
          </a:r>
          <a:r>
            <a:rPr lang="en-US" sz="22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for individuals with physical disabilities.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80798" y="687483"/>
        <a:ext cx="1876232" cy="1876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9319E-0676-4C0F-A1BA-99FB6C40BA5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3F606-9EB5-42BE-9CB9-5862C253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6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3F606-9EB5-42BE-9CB9-5862C2531D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41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B983-8F95-C4F6-2267-41D521B90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E2C7D-FCE1-91C1-F494-0AB658540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21B6-8B27-38A8-B828-F5D2A9E5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29BE2-2F80-4B06-F5B0-3EA6C4DF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05D1E-050A-E5DD-2057-68EA9320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7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A92F-AA0E-A9FB-44D4-85E04190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20A1-6705-1891-A3B2-715F17A19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DB2D8-C19D-9144-4572-F69FBA0B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1E80-6630-C92E-4A76-D17CBF88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44B5C-1E2E-A5B7-1D28-DC21DD9F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07C3-8504-F057-8867-EC821CD1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DDB50-C939-AFAF-A92E-2AFDDACA3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9B4C-7F82-0908-A77D-422948E9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B3497-724A-E475-F15F-AC8C38D0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C2321-B89A-1D69-B899-EE62F562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5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645A-29EA-D35B-FF65-7402EE84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D680-C793-8C28-DA8D-6ADBF1798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AD87E-F641-1776-3F1E-383902075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25875-C5A2-D3EB-2311-E37C5734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D0BD2-3646-583B-182B-5FDF250E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8EA92-6DE3-854A-40C3-723A4881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6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683-B448-B1AD-8B00-07067A2F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739DD-AEB2-5999-4FA8-CDEF37FE4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C7761-A8F3-C400-A0B1-7AD2390E4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8A92-583A-FF34-C6DA-C691561EA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E0834-C42C-9474-7F99-AF5FF63F8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17917-AD30-2D2F-B4F6-A2FA8FC9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75A53-9E2D-2891-BAAD-9B1B87EB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F2892-51BD-3745-3303-80FF9613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5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35C4-E404-D452-77A1-F345777C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64197-2A54-2E15-AABD-160F5314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82E3E-6C79-5430-F44C-78B6238C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1D56E-FEFF-8A8B-1E2A-DA80A16C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2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4EED0-9610-D523-EA16-235D006C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32816-A8D0-FA28-5D0B-3FB7A756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7C365-20DC-5E7A-36E4-4728BEDC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01FA-4139-F6EA-EF7E-AF95B307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CF409-99EF-A7AD-6130-9F1549D57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3E0B5-A4D9-B289-5B91-B49F8A70D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F432F-4EAB-53B2-184B-359CC772D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A1C80-BF7D-117B-701F-10B8F23C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48F0F-D201-B0A0-6E31-40B9CB3B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2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F402-27B8-7A2C-1343-B7121C1A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9DA75-886D-3C81-9DED-F6BCF5CE5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A298E-0790-4286-8D1E-8FE8BBD0A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25F7A-DAFD-0A46-7705-FA66A9F2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D1AAC-508F-7737-D79A-7D683DF1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D98AC-640B-9466-74A6-58740476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4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7D6A-CD4F-2E7D-13BF-3789830E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C370C-45E7-5C2D-0E5C-87F55DDB3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719C-79D3-6A66-3C28-6F69632D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09420-CF63-2B3E-DAF8-42A712426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CCCD7-FCBD-9C78-6D8B-7A6D0AA9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D434E-505F-612E-7E75-0C06F2750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1C549-5AF2-523F-C3B2-435D6841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FBE70-76ED-5745-3E57-96FDC76A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519BE-6F57-2C86-747E-A2A2A4BC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F7B2D-D45C-488E-1A39-2BFAA28A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B290F-C59A-BD63-EFAC-13BE167A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6303-80A5-1895-C032-E9AA2FD8E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9022E-FD94-AF88-5A06-58802A87A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231D9-56EA-44E2-92E2-29EC07EF56C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6718F-53A5-4C29-4CBA-38119EB17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91E54-6041-E9C8-37B3-3D080EBBF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AE104-9F25-4CBD-93C3-C45043634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1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mailto:22017020013@skt.umt.edu.pk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22017020017@skt.umt.edu.pk" TargetMode="External"/><Relationship Id="rId5" Type="http://schemas.openxmlformats.org/officeDocument/2006/relationships/hyperlink" Target="mailto:22017020004@skt.umt.edu.pk" TargetMode="Externa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image" Target="../media/image9.png"/><Relationship Id="rId7" Type="http://schemas.openxmlformats.org/officeDocument/2006/relationships/diagramData" Target="../diagrams/data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microsoft.com/office/2007/relationships/diagramDrawing" Target="../diagrams/drawing3.xml"/><Relationship Id="rId5" Type="http://schemas.openxmlformats.org/officeDocument/2006/relationships/image" Target="../media/image12.png"/><Relationship Id="rId10" Type="http://schemas.openxmlformats.org/officeDocument/2006/relationships/diagramColors" Target="../diagrams/colors3.xml"/><Relationship Id="rId4" Type="http://schemas.openxmlformats.org/officeDocument/2006/relationships/image" Target="../media/image10.svg"/><Relationship Id="rId9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FF86BA-BCA7-E283-BD7C-D63DD47E1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092200"/>
            <a:ext cx="9347200" cy="467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7866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DEBAEA-F6D2-0BED-EF5D-66D32C6D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0" y="494675"/>
            <a:ext cx="5836754" cy="5868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82CC21-FD99-E92F-AE41-9EEEECF78D6B}"/>
              </a:ext>
            </a:extLst>
          </p:cNvPr>
          <p:cNvSpPr txBox="1"/>
          <p:nvPr/>
        </p:nvSpPr>
        <p:spPr>
          <a:xfrm>
            <a:off x="704538" y="989350"/>
            <a:ext cx="36875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Brain-Controlled Prosthetic Arm for Paralyzed Persons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46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ECE05EE2-7FED-6533-58A6-8C279E1AD0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60" b="7390"/>
          <a:stretch/>
        </p:blipFill>
        <p:spPr>
          <a:xfrm>
            <a:off x="1144363" y="1154242"/>
            <a:ext cx="3281966" cy="3281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Object 7">
            <a:extLst>
              <a:ext uri="{FF2B5EF4-FFF2-40B4-BE49-F238E27FC236}">
                <a16:creationId xmlns:a16="http://schemas.microsoft.com/office/drawing/2014/main" id="{B1B46E4D-9859-E431-3882-6A5A030F3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597" t="3672" r="-22403" b="3992"/>
          <a:stretch/>
        </p:blipFill>
        <p:spPr>
          <a:xfrm>
            <a:off x="7218029" y="1154242"/>
            <a:ext cx="3612628" cy="3281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51F37E-ECA1-206A-4311-126246F38CE9}"/>
              </a:ext>
            </a:extLst>
          </p:cNvPr>
          <p:cNvSpPr txBox="1"/>
          <p:nvPr/>
        </p:nvSpPr>
        <p:spPr>
          <a:xfrm>
            <a:off x="728501" y="4721902"/>
            <a:ext cx="41136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Syed Waleed Hussain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Supervisor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31729-8DA0-9C87-44DD-7E516EA8234C}"/>
              </a:ext>
            </a:extLst>
          </p:cNvPr>
          <p:cNvSpPr txBox="1"/>
          <p:nvPr/>
        </p:nvSpPr>
        <p:spPr>
          <a:xfrm>
            <a:off x="7022627" y="4721901"/>
            <a:ext cx="38080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Umair Muneer Butt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Co-Supervisor</a:t>
            </a:r>
          </a:p>
        </p:txBody>
      </p:sp>
    </p:spTree>
    <p:extLst>
      <p:ext uri="{BB962C8B-B14F-4D97-AF65-F5344CB8AC3E}">
        <p14:creationId xmlns:p14="http://schemas.microsoft.com/office/powerpoint/2010/main" val="247294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6D22C7-6824-A9F8-DF7D-53288C059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63" t="12294" r="17041" b="19795"/>
          <a:stretch/>
        </p:blipFill>
        <p:spPr>
          <a:xfrm>
            <a:off x="943625" y="1610757"/>
            <a:ext cx="2463618" cy="2426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71C18A-A03E-C31C-A2A6-E46EB4E2E9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3" t="-7879" r="-4301" b="-14336"/>
          <a:stretch/>
        </p:blipFill>
        <p:spPr>
          <a:xfrm>
            <a:off x="4820711" y="1505848"/>
            <a:ext cx="2547521" cy="2829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Object 11">
            <a:extLst>
              <a:ext uri="{FF2B5EF4-FFF2-40B4-BE49-F238E27FC236}">
                <a16:creationId xmlns:a16="http://schemas.microsoft.com/office/drawing/2014/main" id="{72C63493-1A27-A04C-74EA-9E044AAE3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588" t="-1925" r="-4110" b="25582"/>
          <a:stretch/>
        </p:blipFill>
        <p:spPr>
          <a:xfrm>
            <a:off x="8781700" y="1610757"/>
            <a:ext cx="2215071" cy="2404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432C25-A6A1-1865-DBC1-794D2325347F}"/>
              </a:ext>
            </a:extLst>
          </p:cNvPr>
          <p:cNvSpPr txBox="1"/>
          <p:nvPr/>
        </p:nvSpPr>
        <p:spPr>
          <a:xfrm>
            <a:off x="3955295" y="269823"/>
            <a:ext cx="427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D7ED-5D26-C82E-37C4-D4DB55901FFB}"/>
              </a:ext>
            </a:extLst>
          </p:cNvPr>
          <p:cNvSpPr txBox="1"/>
          <p:nvPr/>
        </p:nvSpPr>
        <p:spPr>
          <a:xfrm>
            <a:off x="413711" y="4421153"/>
            <a:ext cx="3523445" cy="93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</a:rPr>
              <a:t>Email : </a:t>
            </a:r>
          </a:p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  <a:hlinkClick r:id="rId5"/>
              </a:rPr>
              <a:t>22017020004@skt.umt.edu.pk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Space Mono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</a:rPr>
              <a:t>GitHub : @Saqib54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2240B-BE92-9EAE-370D-7BDAF3A70F09}"/>
              </a:ext>
            </a:extLst>
          </p:cNvPr>
          <p:cNvSpPr txBox="1"/>
          <p:nvPr/>
        </p:nvSpPr>
        <p:spPr>
          <a:xfrm>
            <a:off x="4422098" y="4421153"/>
            <a:ext cx="3523445" cy="1243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</a:rPr>
              <a:t>Email : </a:t>
            </a:r>
          </a:p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  <a:hlinkClick r:id="rId6"/>
              </a:rPr>
              <a:t>22017020017@skt.umt.edu.pk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Space Mono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</a:rPr>
              <a:t>GitHub : @shahbano53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33DCBC-DA85-74F8-27DE-162093881A5D}"/>
              </a:ext>
            </a:extLst>
          </p:cNvPr>
          <p:cNvSpPr txBox="1"/>
          <p:nvPr/>
        </p:nvSpPr>
        <p:spPr>
          <a:xfrm>
            <a:off x="8233646" y="4421152"/>
            <a:ext cx="3523445" cy="1243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</a:rPr>
              <a:t>Email : </a:t>
            </a:r>
          </a:p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  <a:hlinkClick r:id="rId7"/>
              </a:rPr>
              <a:t>22017020013@skt.umt.edu.pk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Space Mono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1680"/>
              </a:lnSpc>
              <a:spcBef>
                <a:spcPts val="668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pace Mono" pitchFamily="34" charset="-122"/>
                <a:cs typeface="Times New Roman" panose="02020603050405020304" pitchFamily="18" charset="0"/>
              </a:rPr>
              <a:t>GitHub : @hibanadeen03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680"/>
              </a:lnSpc>
              <a:spcBef>
                <a:spcPts val="668"/>
              </a:spcBef>
              <a:buNone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88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481CF6-81E2-FF4D-B69A-E44D1859D57D}"/>
              </a:ext>
            </a:extLst>
          </p:cNvPr>
          <p:cNvSpPr txBox="1"/>
          <p:nvPr/>
        </p:nvSpPr>
        <p:spPr>
          <a:xfrm>
            <a:off x="3645842" y="254833"/>
            <a:ext cx="4900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AB1E7-9E8A-00FD-F2BC-F8C0A3BA57F0}"/>
              </a:ext>
            </a:extLst>
          </p:cNvPr>
          <p:cNvSpPr txBox="1"/>
          <p:nvPr/>
        </p:nvSpPr>
        <p:spPr>
          <a:xfrm>
            <a:off x="794478" y="1085830"/>
            <a:ext cx="5426440" cy="5521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48C4C-6B08-FDD5-28B9-D8592A8D5BA3}"/>
              </a:ext>
            </a:extLst>
          </p:cNvPr>
          <p:cNvSpPr txBox="1"/>
          <p:nvPr/>
        </p:nvSpPr>
        <p:spPr>
          <a:xfrm>
            <a:off x="6655633" y="1085830"/>
            <a:ext cx="519405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Significance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5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EA23B5-1D32-BFAC-1B84-5552FA884F17}"/>
              </a:ext>
            </a:extLst>
          </p:cNvPr>
          <p:cNvSpPr txBox="1"/>
          <p:nvPr/>
        </p:nvSpPr>
        <p:spPr>
          <a:xfrm>
            <a:off x="4610497" y="492552"/>
            <a:ext cx="29710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F1037-830D-BBC3-6C28-DEFD32B3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885" y="1334124"/>
            <a:ext cx="3542846" cy="4833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ADC6F2-18C2-5E12-57C2-7DCC2F7FA693}"/>
              </a:ext>
            </a:extLst>
          </p:cNvPr>
          <p:cNvSpPr txBox="1"/>
          <p:nvPr/>
        </p:nvSpPr>
        <p:spPr>
          <a:xfrm>
            <a:off x="854269" y="2025506"/>
            <a:ext cx="609350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Brain-controlled prosthetic arm for paralyzed people.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EEG to read brain signals.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commands to a robotic arm.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control the arm by thinking.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muscle movement.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and more useful than traditional prosthetics</a:t>
            </a:r>
          </a:p>
        </p:txBody>
      </p:sp>
    </p:spTree>
    <p:extLst>
      <p:ext uri="{BB962C8B-B14F-4D97-AF65-F5344CB8AC3E}">
        <p14:creationId xmlns:p14="http://schemas.microsoft.com/office/powerpoint/2010/main" val="324110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39A2C-5022-5816-D74E-7841B49948E5}"/>
              </a:ext>
            </a:extLst>
          </p:cNvPr>
          <p:cNvSpPr txBox="1"/>
          <p:nvPr/>
        </p:nvSpPr>
        <p:spPr>
          <a:xfrm>
            <a:off x="3679901" y="259331"/>
            <a:ext cx="4006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E51744-4180-1046-240A-5F239789E077}"/>
              </a:ext>
            </a:extLst>
          </p:cNvPr>
          <p:cNvSpPr/>
          <p:nvPr/>
        </p:nvSpPr>
        <p:spPr>
          <a:xfrm>
            <a:off x="1638799" y="1512001"/>
            <a:ext cx="7925988" cy="70788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a brain-controlled prosthetic arm using </a:t>
            </a:r>
            <a:r>
              <a:rPr lang="en-US" sz="2400" b="1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signals</a:t>
            </a:r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2EC1AF-422C-A99C-2FCD-EA81EEFF8DCF}"/>
              </a:ext>
            </a:extLst>
          </p:cNvPr>
          <p:cNvSpPr/>
          <p:nvPr/>
        </p:nvSpPr>
        <p:spPr>
          <a:xfrm>
            <a:off x="1641300" y="2360255"/>
            <a:ext cx="7925988" cy="7078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EEG helmet</a:t>
            </a:r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captures and reads brain activity.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844F8E-19D8-F9C7-09A5-4FB863D1CB5A}"/>
              </a:ext>
            </a:extLst>
          </p:cNvPr>
          <p:cNvSpPr/>
          <p:nvPr/>
        </p:nvSpPr>
        <p:spPr>
          <a:xfrm>
            <a:off x="1638799" y="3309455"/>
            <a:ext cx="7978221" cy="70788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 signals are </a:t>
            </a:r>
            <a:r>
              <a:rPr lang="en-US" sz="2400" b="1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 and converted</a:t>
            </a:r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movement commands.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AD28EA-1C4E-AEEC-B272-D2172B580B4E}"/>
              </a:ext>
            </a:extLst>
          </p:cNvPr>
          <p:cNvSpPr/>
          <p:nvPr/>
        </p:nvSpPr>
        <p:spPr>
          <a:xfrm>
            <a:off x="1697696" y="4192702"/>
            <a:ext cx="7970956" cy="7078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arm moves according to the user’s </a:t>
            </a:r>
            <a:r>
              <a:rPr lang="en-US" sz="2400" b="1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thoughts in real time</a:t>
            </a:r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D18CCE-9E39-4B3D-5F49-CA4546B1D5A5}"/>
              </a:ext>
            </a:extLst>
          </p:cNvPr>
          <p:cNvSpPr/>
          <p:nvPr/>
        </p:nvSpPr>
        <p:spPr>
          <a:xfrm>
            <a:off x="1697696" y="5157326"/>
            <a:ext cx="7970956" cy="7078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lang="en-US" sz="2400" b="1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quick response, and user comfort</a:t>
            </a:r>
            <a:r>
              <a:rPr lang="en-US" sz="2400" b="0" i="0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C9F8FA8C-0EDC-7192-78CC-76BDCE6DCAE7}"/>
              </a:ext>
            </a:extLst>
          </p:cNvPr>
          <p:cNvSpPr/>
          <p:nvPr/>
        </p:nvSpPr>
        <p:spPr>
          <a:xfrm>
            <a:off x="9482692" y="1658967"/>
            <a:ext cx="1460226" cy="1413512"/>
          </a:xfrm>
          <a:prstGeom prst="curvedLeftArrow">
            <a:avLst>
              <a:gd name="adj1" fmla="val 25000"/>
              <a:gd name="adj2" fmla="val 53971"/>
              <a:gd name="adj3" fmla="val 2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CDC92FAB-738A-495D-4882-6C21C04F1313}"/>
              </a:ext>
            </a:extLst>
          </p:cNvPr>
          <p:cNvSpPr/>
          <p:nvPr/>
        </p:nvSpPr>
        <p:spPr>
          <a:xfrm>
            <a:off x="199742" y="2634591"/>
            <a:ext cx="1439057" cy="1223069"/>
          </a:xfrm>
          <a:prstGeom prst="curved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4B61F76A-45D7-183B-2FD8-1A00ADB0560B}"/>
              </a:ext>
            </a:extLst>
          </p:cNvPr>
          <p:cNvSpPr/>
          <p:nvPr/>
        </p:nvSpPr>
        <p:spPr>
          <a:xfrm>
            <a:off x="9617020" y="3547054"/>
            <a:ext cx="1325793" cy="1223069"/>
          </a:xfrm>
          <a:prstGeom prst="curvedLef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urved Right 10">
            <a:extLst>
              <a:ext uri="{FF2B5EF4-FFF2-40B4-BE49-F238E27FC236}">
                <a16:creationId xmlns:a16="http://schemas.microsoft.com/office/drawing/2014/main" id="{442B913C-049A-3FDB-2D74-0E5C4DF54D23}"/>
              </a:ext>
            </a:extLst>
          </p:cNvPr>
          <p:cNvSpPr/>
          <p:nvPr/>
        </p:nvSpPr>
        <p:spPr>
          <a:xfrm>
            <a:off x="423535" y="4503308"/>
            <a:ext cx="1274161" cy="1243610"/>
          </a:xfrm>
          <a:prstGeom prst="curvedRightArrow">
            <a:avLst>
              <a:gd name="adj1" fmla="val 25000"/>
              <a:gd name="adj2" fmla="val 50000"/>
              <a:gd name="adj3" fmla="val 26084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37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8E940-1064-85A7-71D9-22AAB971BD7A}"/>
              </a:ext>
            </a:extLst>
          </p:cNvPr>
          <p:cNvSpPr txBox="1"/>
          <p:nvPr/>
        </p:nvSpPr>
        <p:spPr>
          <a:xfrm>
            <a:off x="4631898" y="474888"/>
            <a:ext cx="2608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Arrow: Striped Right 2">
            <a:extLst>
              <a:ext uri="{FF2B5EF4-FFF2-40B4-BE49-F238E27FC236}">
                <a16:creationId xmlns:a16="http://schemas.microsoft.com/office/drawing/2014/main" id="{F652A325-89E4-8287-D4C5-C7280F003A06}"/>
              </a:ext>
            </a:extLst>
          </p:cNvPr>
          <p:cNvSpPr/>
          <p:nvPr/>
        </p:nvSpPr>
        <p:spPr>
          <a:xfrm>
            <a:off x="929391" y="2365329"/>
            <a:ext cx="584616" cy="484632"/>
          </a:xfrm>
          <a:prstGeom prst="stripedRightArrow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8D9B1ED0-6F4E-F952-60D1-D91A2356A8E2}"/>
              </a:ext>
            </a:extLst>
          </p:cNvPr>
          <p:cNvSpPr/>
          <p:nvPr/>
        </p:nvSpPr>
        <p:spPr>
          <a:xfrm>
            <a:off x="921897" y="3194539"/>
            <a:ext cx="584616" cy="484632"/>
          </a:xfrm>
          <a:prstGeom prst="stripedRightArrow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8188922E-8209-8B54-D674-AF7555D74F30}"/>
              </a:ext>
            </a:extLst>
          </p:cNvPr>
          <p:cNvSpPr/>
          <p:nvPr/>
        </p:nvSpPr>
        <p:spPr>
          <a:xfrm>
            <a:off x="929393" y="3980090"/>
            <a:ext cx="584616" cy="484632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38BEBCB6-EE1D-F8FD-CC9A-F86C27FD2087}"/>
              </a:ext>
            </a:extLst>
          </p:cNvPr>
          <p:cNvSpPr/>
          <p:nvPr/>
        </p:nvSpPr>
        <p:spPr>
          <a:xfrm>
            <a:off x="929391" y="4795363"/>
            <a:ext cx="584616" cy="484632"/>
          </a:xfrm>
          <a:prstGeom prst="striped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6392EDF9-EAF8-7C0C-D956-1E82D0CE7EFA}"/>
              </a:ext>
            </a:extLst>
          </p:cNvPr>
          <p:cNvSpPr/>
          <p:nvPr/>
        </p:nvSpPr>
        <p:spPr>
          <a:xfrm>
            <a:off x="921897" y="5594851"/>
            <a:ext cx="584616" cy="484632"/>
          </a:xfrm>
          <a:prstGeom prst="striped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4B5050ED-0BD5-6CF1-0FCA-2602731B5463}"/>
              </a:ext>
            </a:extLst>
          </p:cNvPr>
          <p:cNvSpPr/>
          <p:nvPr/>
        </p:nvSpPr>
        <p:spPr>
          <a:xfrm>
            <a:off x="929391" y="1505390"/>
            <a:ext cx="584616" cy="484632"/>
          </a:xfrm>
          <a:prstGeom prst="striped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D02F1E-7448-3A20-7155-A23E582A5937}"/>
              </a:ext>
            </a:extLst>
          </p:cNvPr>
          <p:cNvSpPr/>
          <p:nvPr/>
        </p:nvSpPr>
        <p:spPr>
          <a:xfrm>
            <a:off x="1783828" y="1505390"/>
            <a:ext cx="9233941" cy="4846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people with movement disabilities live more independently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204C4C-6D7C-BA58-1FCE-A27943736655}"/>
              </a:ext>
            </a:extLst>
          </p:cNvPr>
          <p:cNvSpPr/>
          <p:nvPr/>
        </p:nvSpPr>
        <p:spPr>
          <a:xfrm>
            <a:off x="1783826" y="2403415"/>
            <a:ext cx="9233941" cy="4846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solution when muscle-based prosthetics cannot be used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D67E10-7608-BF4A-8D5C-9E1E196AE3B5}"/>
              </a:ext>
            </a:extLst>
          </p:cNvPr>
          <p:cNvSpPr/>
          <p:nvPr/>
        </p:nvSpPr>
        <p:spPr>
          <a:xfrm>
            <a:off x="1783826" y="3219002"/>
            <a:ext cx="9233941" cy="4846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brain signals to control assistive devices directly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637193-1B75-174E-3F9F-7804F21E027D}"/>
              </a:ext>
            </a:extLst>
          </p:cNvPr>
          <p:cNvSpPr/>
          <p:nvPr/>
        </p:nvSpPr>
        <p:spPr>
          <a:xfrm>
            <a:off x="1783826" y="3980090"/>
            <a:ext cx="9233941" cy="4846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safe, non-invasive, and low-cost system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D87FD64-B076-03A5-68B9-FA8EC3235468}"/>
              </a:ext>
            </a:extLst>
          </p:cNvPr>
          <p:cNvSpPr/>
          <p:nvPr/>
        </p:nvSpPr>
        <p:spPr>
          <a:xfrm>
            <a:off x="1783827" y="4723129"/>
            <a:ext cx="9233941" cy="4846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EEG noise using AI and signal processing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526DED-1D49-E6F6-B6A7-56CDFBA7D449}"/>
              </a:ext>
            </a:extLst>
          </p:cNvPr>
          <p:cNvSpPr/>
          <p:nvPr/>
        </p:nvSpPr>
        <p:spPr>
          <a:xfrm>
            <a:off x="1783827" y="5538716"/>
            <a:ext cx="9233941" cy="4846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confidence and quality of life for disabled individuals</a:t>
            </a:r>
          </a:p>
        </p:txBody>
      </p:sp>
    </p:spTree>
    <p:extLst>
      <p:ext uri="{BB962C8B-B14F-4D97-AF65-F5344CB8AC3E}">
        <p14:creationId xmlns:p14="http://schemas.microsoft.com/office/powerpoint/2010/main" val="788148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DD68F-4375-82AE-6CC7-94E5681A9E27}"/>
              </a:ext>
            </a:extLst>
          </p:cNvPr>
          <p:cNvSpPr txBox="1"/>
          <p:nvPr/>
        </p:nvSpPr>
        <p:spPr>
          <a:xfrm>
            <a:off x="4848703" y="569626"/>
            <a:ext cx="2494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583FA7-7EC1-1217-8DB2-CDA9E37E01DB}"/>
              </a:ext>
            </a:extLst>
          </p:cNvPr>
          <p:cNvSpPr/>
          <p:nvPr/>
        </p:nvSpPr>
        <p:spPr>
          <a:xfrm>
            <a:off x="2188564" y="1949569"/>
            <a:ext cx="8049718" cy="85359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comfortable custom EEG helmet to capture clear brain signal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380C5DA-0EBA-1352-6077-DA2A1FB34A6A}"/>
              </a:ext>
            </a:extLst>
          </p:cNvPr>
          <p:cNvSpPr/>
          <p:nvPr/>
        </p:nvSpPr>
        <p:spPr>
          <a:xfrm>
            <a:off x="1350064" y="1950821"/>
            <a:ext cx="603654" cy="644577"/>
          </a:xfrm>
          <a:prstGeom prst="right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119A1D-0B8F-8BC0-BA31-0CE8E24F4B07}"/>
              </a:ext>
            </a:extLst>
          </p:cNvPr>
          <p:cNvSpPr/>
          <p:nvPr/>
        </p:nvSpPr>
        <p:spPr>
          <a:xfrm>
            <a:off x="2188564" y="3201250"/>
            <a:ext cx="8049718" cy="85359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EEG brain signals into accurate commands for prosthetic movement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CE66A9C-A878-7265-4B73-BF7750977CD6}"/>
              </a:ext>
            </a:extLst>
          </p:cNvPr>
          <p:cNvSpPr/>
          <p:nvPr/>
        </p:nvSpPr>
        <p:spPr>
          <a:xfrm>
            <a:off x="1350064" y="3201250"/>
            <a:ext cx="603654" cy="644577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43F953-520C-D284-886A-83E2F7BAADA0}"/>
              </a:ext>
            </a:extLst>
          </p:cNvPr>
          <p:cNvSpPr/>
          <p:nvPr/>
        </p:nvSpPr>
        <p:spPr>
          <a:xfrm>
            <a:off x="2188564" y="4517886"/>
            <a:ext cx="8049718" cy="85359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the prosthetic arm’s speed, accuracy, and real-world usability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A780B5B-10C9-2B20-BE42-5EE06FC6AE2E}"/>
              </a:ext>
            </a:extLst>
          </p:cNvPr>
          <p:cNvSpPr/>
          <p:nvPr/>
        </p:nvSpPr>
        <p:spPr>
          <a:xfrm>
            <a:off x="1350064" y="4519136"/>
            <a:ext cx="603654" cy="644577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5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B8E4F-8EB5-92E9-BDDC-F02833465681}"/>
              </a:ext>
            </a:extLst>
          </p:cNvPr>
          <p:cNvSpPr txBox="1"/>
          <p:nvPr/>
        </p:nvSpPr>
        <p:spPr>
          <a:xfrm>
            <a:off x="3942846" y="344774"/>
            <a:ext cx="4306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D55FAC-11EC-6E2A-1E07-297F3073D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962370"/>
              </p:ext>
            </p:extLst>
          </p:nvPr>
        </p:nvGraphicFramePr>
        <p:xfrm>
          <a:off x="1124262" y="1259174"/>
          <a:ext cx="9998439" cy="455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813">
                  <a:extLst>
                    <a:ext uri="{9D8B030D-6E8A-4147-A177-3AD203B41FA5}">
                      <a16:colId xmlns:a16="http://schemas.microsoft.com/office/drawing/2014/main" val="1893533793"/>
                    </a:ext>
                  </a:extLst>
                </a:gridCol>
                <a:gridCol w="3332813">
                  <a:extLst>
                    <a:ext uri="{9D8B030D-6E8A-4147-A177-3AD203B41FA5}">
                      <a16:colId xmlns:a16="http://schemas.microsoft.com/office/drawing/2014/main" val="2569593839"/>
                    </a:ext>
                  </a:extLst>
                </a:gridCol>
                <a:gridCol w="3332813">
                  <a:extLst>
                    <a:ext uri="{9D8B030D-6E8A-4147-A177-3AD203B41FA5}">
                      <a16:colId xmlns:a16="http://schemas.microsoft.com/office/drawing/2014/main" val="3805234322"/>
                    </a:ext>
                  </a:extLst>
                </a:gridCol>
              </a:tblGrid>
              <a:tr h="4732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605972"/>
                  </a:ext>
                </a:extLst>
              </a:tr>
              <a:tr h="8167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EEG signals are noisy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signals improves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processing slows the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67143"/>
                  </a:ext>
                </a:extLst>
              </a:tr>
              <a:tr h="8167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control is unstable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helps recognize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real-world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13988"/>
                  </a:ext>
                </a:extLst>
              </a:tr>
              <a:tr h="8167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 is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calibration improves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hardware is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678596"/>
                  </a:ext>
                </a:extLst>
              </a:tr>
              <a:tr h="8167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setup is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electrodes improve signals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Mechanical durability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258015"/>
                  </a:ext>
                </a:extLst>
              </a:tr>
              <a:tr h="816762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state affects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designs are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reduces reliability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103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352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BF132F-F3E1-CA30-1D4F-E650957D0A62}"/>
              </a:ext>
            </a:extLst>
          </p:cNvPr>
          <p:cNvSpPr txBox="1"/>
          <p:nvPr/>
        </p:nvSpPr>
        <p:spPr>
          <a:xfrm>
            <a:off x="1513976" y="254833"/>
            <a:ext cx="9164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Comparative Study Of Existing Systems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82AEF8-E7C8-0F67-2757-8CA5CD973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006264"/>
              </p:ext>
            </p:extLst>
          </p:nvPr>
        </p:nvGraphicFramePr>
        <p:xfrm>
          <a:off x="722025" y="1152993"/>
          <a:ext cx="10403175" cy="5114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5017">
                  <a:extLst>
                    <a:ext uri="{9D8B030D-6E8A-4147-A177-3AD203B41FA5}">
                      <a16:colId xmlns:a16="http://schemas.microsoft.com/office/drawing/2014/main" val="1354198798"/>
                    </a:ext>
                  </a:extLst>
                </a:gridCol>
                <a:gridCol w="1900232">
                  <a:extLst>
                    <a:ext uri="{9D8B030D-6E8A-4147-A177-3AD203B41FA5}">
                      <a16:colId xmlns:a16="http://schemas.microsoft.com/office/drawing/2014/main" val="2520108030"/>
                    </a:ext>
                  </a:extLst>
                </a:gridCol>
                <a:gridCol w="1936464">
                  <a:extLst>
                    <a:ext uri="{9D8B030D-6E8A-4147-A177-3AD203B41FA5}">
                      <a16:colId xmlns:a16="http://schemas.microsoft.com/office/drawing/2014/main" val="1149624330"/>
                    </a:ext>
                  </a:extLst>
                </a:gridCol>
                <a:gridCol w="2065145">
                  <a:extLst>
                    <a:ext uri="{9D8B030D-6E8A-4147-A177-3AD203B41FA5}">
                      <a16:colId xmlns:a16="http://schemas.microsoft.com/office/drawing/2014/main" val="262821806"/>
                    </a:ext>
                  </a:extLst>
                </a:gridCol>
                <a:gridCol w="2206317">
                  <a:extLst>
                    <a:ext uri="{9D8B030D-6E8A-4147-A177-3AD203B41FA5}">
                      <a16:colId xmlns:a16="http://schemas.microsoft.com/office/drawing/2014/main" val="3134339994"/>
                    </a:ext>
                  </a:extLst>
                </a:gridCol>
              </a:tblGrid>
              <a:tr h="1160332">
                <a:tc>
                  <a:txBody>
                    <a:bodyPr/>
                    <a:lstStyle/>
                    <a:p>
                      <a:pPr marL="0" marR="11938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Name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Type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/ Components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Features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93957"/>
                  </a:ext>
                </a:extLst>
              </a:tr>
              <a:tr h="10575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EMG-Based Prosthetic Arm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EMG control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 printing, sensors, servos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grip, flexible, muscle signals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power use, costly, complex design[14]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645132"/>
                  </a:ext>
                </a:extLst>
              </a:tr>
              <a:tr h="116033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High-Response Myoelectric System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Myoelectric</a:t>
                      </a:r>
                      <a:endParaRPr lang="en-US" sz="14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EMG sensor, amplifier, controller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response, smooth motion, real-time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noise, recalibration, limited stability, fine control issues [13]</a:t>
                      </a: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951694"/>
                  </a:ext>
                </a:extLst>
              </a:tr>
              <a:tr h="86588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Adaptive Hand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+ tactile</a:t>
                      </a:r>
                      <a:endParaRPr lang="en-US" sz="14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Camera, IMU, ML</a:t>
                      </a:r>
                      <a:endParaRPr lang="en-US" sz="14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fusion, adaptive, precise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Calibration issues, sensor sync delay, maintenance[15]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699020"/>
                  </a:ext>
                </a:extLst>
              </a:tr>
              <a:tr h="87036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3D-Printed Grasp Arm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Force + position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FSR, 3D print, servo</a:t>
                      </a:r>
                      <a:endParaRPr lang="en-US" sz="14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Lightweight, grasp detect, safe</a:t>
                      </a:r>
                      <a:endParaRPr lang="en-US" sz="1400" b="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1180"/>
                        </a:spcAft>
                      </a:pPr>
                      <a:r>
                        <a:rPr lang="en-US" sz="1400" b="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strength, servo heating, durability, limited range[16]</a:t>
                      </a:r>
                      <a:endParaRPr lang="en-US" sz="1400" b="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757" marR="64757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99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874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DE962-9F91-9245-14B7-E2369381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61D76B-D11B-1D9D-3436-B52712A1AB58}"/>
              </a:ext>
            </a:extLst>
          </p:cNvPr>
          <p:cNvSpPr txBox="1"/>
          <p:nvPr/>
        </p:nvSpPr>
        <p:spPr>
          <a:xfrm>
            <a:off x="3891550" y="464695"/>
            <a:ext cx="44088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73144D-0BB9-B8B5-76BA-690A03608F2A}"/>
              </a:ext>
            </a:extLst>
          </p:cNvPr>
          <p:cNvSpPr/>
          <p:nvPr/>
        </p:nvSpPr>
        <p:spPr>
          <a:xfrm>
            <a:off x="2188564" y="1949569"/>
            <a:ext cx="8049718" cy="85359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EEG signals are weak and easily affected by noise and interference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8DDA3AB-0E25-C091-3C43-92FB82F0D00C}"/>
              </a:ext>
            </a:extLst>
          </p:cNvPr>
          <p:cNvSpPr/>
          <p:nvPr/>
        </p:nvSpPr>
        <p:spPr>
          <a:xfrm>
            <a:off x="1350064" y="1950821"/>
            <a:ext cx="603654" cy="644577"/>
          </a:xfrm>
          <a:prstGeom prst="right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E4E99B-11C6-A9AB-8A3D-6080441AA6D2}"/>
              </a:ext>
            </a:extLst>
          </p:cNvPr>
          <p:cNvSpPr/>
          <p:nvPr/>
        </p:nvSpPr>
        <p:spPr>
          <a:xfrm>
            <a:off x="2188564" y="3201250"/>
            <a:ext cx="8049718" cy="85359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 performance is often slow and unreliable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DB723DB-EF3E-2295-E36D-9BFACAED7B1A}"/>
              </a:ext>
            </a:extLst>
          </p:cNvPr>
          <p:cNvSpPr/>
          <p:nvPr/>
        </p:nvSpPr>
        <p:spPr>
          <a:xfrm>
            <a:off x="1350064" y="3201250"/>
            <a:ext cx="603654" cy="644577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E2684-F675-F4B1-022D-E657CC15B954}"/>
              </a:ext>
            </a:extLst>
          </p:cNvPr>
          <p:cNvSpPr/>
          <p:nvPr/>
        </p:nvSpPr>
        <p:spPr>
          <a:xfrm>
            <a:off x="2188564" y="4414629"/>
            <a:ext cx="8049718" cy="85359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causes noticeable response delays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4078484-E0CC-7CA2-FD84-C9FBA8B61FCB}"/>
              </a:ext>
            </a:extLst>
          </p:cNvPr>
          <p:cNvSpPr/>
          <p:nvPr/>
        </p:nvSpPr>
        <p:spPr>
          <a:xfrm>
            <a:off x="1350064" y="4519136"/>
            <a:ext cx="603654" cy="644577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4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BA7F6-49F8-E9C0-C8F2-50737A24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E11CF0-AC7C-2F4C-6E08-5C799B830CDA}"/>
              </a:ext>
            </a:extLst>
          </p:cNvPr>
          <p:cNvSpPr txBox="1"/>
          <p:nvPr/>
        </p:nvSpPr>
        <p:spPr>
          <a:xfrm>
            <a:off x="3848269" y="494675"/>
            <a:ext cx="44954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D12EEA-33A7-7D02-A9C5-AA7DC67626EB}"/>
              </a:ext>
            </a:extLst>
          </p:cNvPr>
          <p:cNvSpPr/>
          <p:nvPr/>
        </p:nvSpPr>
        <p:spPr>
          <a:xfrm>
            <a:off x="2188564" y="1949569"/>
            <a:ext cx="8049718" cy="85359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we design a custom EEG helmet to reliably capture brain signals for prosthetic control?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909D2EA-FD6C-4F7D-968B-024D982B4118}"/>
              </a:ext>
            </a:extLst>
          </p:cNvPr>
          <p:cNvSpPr/>
          <p:nvPr/>
        </p:nvSpPr>
        <p:spPr>
          <a:xfrm>
            <a:off x="1350064" y="1950821"/>
            <a:ext cx="603654" cy="644577"/>
          </a:xfrm>
          <a:prstGeom prst="right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DD1A22-787F-ADDC-1116-F99F41D23660}"/>
              </a:ext>
            </a:extLst>
          </p:cNvPr>
          <p:cNvSpPr/>
          <p:nvPr/>
        </p:nvSpPr>
        <p:spPr>
          <a:xfrm>
            <a:off x="2188564" y="3201250"/>
            <a:ext cx="8049718" cy="85359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we extract accurate control commands from EEG data for smooth prosthetic movement?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116D45B-BE7C-C1DC-FD98-C0B4DABA3E1C}"/>
              </a:ext>
            </a:extLst>
          </p:cNvPr>
          <p:cNvSpPr/>
          <p:nvPr/>
        </p:nvSpPr>
        <p:spPr>
          <a:xfrm>
            <a:off x="1350064" y="3201250"/>
            <a:ext cx="603654" cy="644577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C204B7-3660-4904-AAAF-22BE873C65B3}"/>
              </a:ext>
            </a:extLst>
          </p:cNvPr>
          <p:cNvSpPr/>
          <p:nvPr/>
        </p:nvSpPr>
        <p:spPr>
          <a:xfrm>
            <a:off x="2188564" y="4517886"/>
            <a:ext cx="8049718" cy="85359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we improve system speed and accuracy to make thought-controlled prosthetic hands practical for daily use?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60F7047-B288-9D43-A9E9-54EF05DD1BAA}"/>
              </a:ext>
            </a:extLst>
          </p:cNvPr>
          <p:cNvSpPr/>
          <p:nvPr/>
        </p:nvSpPr>
        <p:spPr>
          <a:xfrm>
            <a:off x="1350064" y="4519136"/>
            <a:ext cx="603654" cy="644577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3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58EE3DB-09A8-D512-A40A-1A1844B137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3814279"/>
              </p:ext>
            </p:extLst>
          </p:nvPr>
        </p:nvGraphicFramePr>
        <p:xfrm>
          <a:off x="326571" y="1465943"/>
          <a:ext cx="11625943" cy="511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A467E264-3304-044B-6C38-FAF0A3A05A84}"/>
              </a:ext>
            </a:extLst>
          </p:cNvPr>
          <p:cNvSpPr/>
          <p:nvPr/>
        </p:nvSpPr>
        <p:spPr>
          <a:xfrm>
            <a:off x="-236438" y="608906"/>
            <a:ext cx="12188952" cy="481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  <a:buNone/>
            </a:pPr>
            <a:r>
              <a:rPr lang="en-US" sz="4000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Functional</a:t>
            </a:r>
            <a:r>
              <a:rPr lang="en-US" sz="4000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Requirements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24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33C31D1-5D7C-4A67-33BD-5E012D6A95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5490724"/>
              </p:ext>
            </p:extLst>
          </p:nvPr>
        </p:nvGraphicFramePr>
        <p:xfrm>
          <a:off x="440871" y="1965423"/>
          <a:ext cx="11446329" cy="4303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0BBFEC94-AC98-4C14-C46A-1031CCF5C1F8}"/>
              </a:ext>
            </a:extLst>
          </p:cNvPr>
          <p:cNvSpPr/>
          <p:nvPr/>
        </p:nvSpPr>
        <p:spPr>
          <a:xfrm>
            <a:off x="0" y="803779"/>
            <a:ext cx="12188952" cy="481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  <a:buNone/>
            </a:pPr>
            <a:r>
              <a:rPr lang="en-US" sz="4000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Non-Functional</a:t>
            </a:r>
            <a:r>
              <a:rPr lang="en-US" sz="4000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Requirements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6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424E1-9FE4-06BA-7B58-129B9DE29A3B}"/>
              </a:ext>
            </a:extLst>
          </p:cNvPr>
          <p:cNvSpPr txBox="1"/>
          <p:nvPr/>
        </p:nvSpPr>
        <p:spPr>
          <a:xfrm>
            <a:off x="2657007" y="467406"/>
            <a:ext cx="7281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0 (Context Level)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536B6C-913B-28A7-CFCC-7375C2604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44707"/>
              </p:ext>
            </p:extLst>
          </p:nvPr>
        </p:nvGraphicFramePr>
        <p:xfrm>
          <a:off x="891952" y="1725788"/>
          <a:ext cx="10408095" cy="42062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397695">
                  <a:extLst>
                    <a:ext uri="{9D8B030D-6E8A-4147-A177-3AD203B41FA5}">
                      <a16:colId xmlns:a16="http://schemas.microsoft.com/office/drawing/2014/main" val="12976069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939131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54622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866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0.0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Brain-Controlled Prosthetic Arm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Receives brain signals, sends motor commands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35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Entity: User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brain intent and receives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→ Raw Signals → System; System → Feedback →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429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Entity: EEG Headset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raw EEG 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EEG Headset → Raw Signals →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76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Entity: Prosthetic Arm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movement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→ Motor Commands → Prosthetic Arm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43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Entity: Power Supply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electricity for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52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284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D90D6-D072-8BDD-F10B-5601F8EBD49D}"/>
              </a:ext>
            </a:extLst>
          </p:cNvPr>
          <p:cNvSpPr txBox="1"/>
          <p:nvPr/>
        </p:nvSpPr>
        <p:spPr>
          <a:xfrm>
            <a:off x="1847537" y="392455"/>
            <a:ext cx="89903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1 (System Decomposition)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F05F54-DE3D-70E8-6387-A3FEA6988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521751"/>
              </p:ext>
            </p:extLst>
          </p:nvPr>
        </p:nvGraphicFramePr>
        <p:xfrm>
          <a:off x="820400" y="1618938"/>
          <a:ext cx="10551200" cy="4535767"/>
        </p:xfrm>
        <a:graphic>
          <a:graphicData uri="http://schemas.openxmlformats.org/drawingml/2006/table">
            <a:tbl>
              <a:tblPr/>
              <a:tblGrid>
                <a:gridCol w="2110240">
                  <a:extLst>
                    <a:ext uri="{9D8B030D-6E8A-4147-A177-3AD203B41FA5}">
                      <a16:colId xmlns:a16="http://schemas.microsoft.com/office/drawing/2014/main" val="3518055294"/>
                    </a:ext>
                  </a:extLst>
                </a:gridCol>
                <a:gridCol w="2110240">
                  <a:extLst>
                    <a:ext uri="{9D8B030D-6E8A-4147-A177-3AD203B41FA5}">
                      <a16:colId xmlns:a16="http://schemas.microsoft.com/office/drawing/2014/main" val="2300775850"/>
                    </a:ext>
                  </a:extLst>
                </a:gridCol>
                <a:gridCol w="2110240">
                  <a:extLst>
                    <a:ext uri="{9D8B030D-6E8A-4147-A177-3AD203B41FA5}">
                      <a16:colId xmlns:a16="http://schemas.microsoft.com/office/drawing/2014/main" val="213101843"/>
                    </a:ext>
                  </a:extLst>
                </a:gridCol>
                <a:gridCol w="2110240">
                  <a:extLst>
                    <a:ext uri="{9D8B030D-6E8A-4147-A177-3AD203B41FA5}">
                      <a16:colId xmlns:a16="http://schemas.microsoft.com/office/drawing/2014/main" val="501958292"/>
                    </a:ext>
                  </a:extLst>
                </a:gridCol>
                <a:gridCol w="2110240">
                  <a:extLst>
                    <a:ext uri="{9D8B030D-6E8A-4147-A177-3AD203B41FA5}">
                      <a16:colId xmlns:a16="http://schemas.microsoft.com/office/drawing/2014/main" val="3665322745"/>
                    </a:ext>
                  </a:extLst>
                </a:gridCol>
              </a:tblGrid>
              <a:tr h="36900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93474"/>
                  </a:ext>
                </a:extLst>
              </a:tr>
              <a:tr h="93671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 Bluetooth Communication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wireless EEG data reception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Signal Data from EEG Headset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Forwarded Raw EEG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08736"/>
                  </a:ext>
                </a:extLst>
              </a:tr>
              <a:tr h="1106492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 EEG Signal Parser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Filters noise and extracts meaningful signals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EEG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Parsed EEG Signals (Attention, Meditation)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072350"/>
                  </a:ext>
                </a:extLst>
              </a:tr>
              <a:tr h="1106492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 Command Generation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Decides prosthetic action based on thresholds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Parsed EEG Signals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 System Config &amp; Thresholds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67392"/>
                  </a:ext>
                </a:extLst>
              </a:tr>
              <a:tr h="101706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 Motor Actuation Controller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commands to prosthetic motors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 Signals to Prosthetic 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01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163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BA45E-C600-6170-2973-E9D9C0C1ED5F}"/>
              </a:ext>
            </a:extLst>
          </p:cNvPr>
          <p:cNvSpPr txBox="1"/>
          <p:nvPr/>
        </p:nvSpPr>
        <p:spPr>
          <a:xfrm>
            <a:off x="1004343" y="463818"/>
            <a:ext cx="11412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2 (Exploding Process 3.0: Command Generation Logic)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F335F-F38A-64A6-29F6-C24F93FB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202671"/>
              </p:ext>
            </p:extLst>
          </p:nvPr>
        </p:nvGraphicFramePr>
        <p:xfrm>
          <a:off x="838200" y="2309654"/>
          <a:ext cx="10515600" cy="28346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9515969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49748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636830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569733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55540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75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 Evaluate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Attention value to threshold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State (High/Low)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 Thresholds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486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 Evaluate Meditation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Meditation value to threshold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Meditation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Meditation State (High/Low)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 Thresholds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4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Apply Decision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states to decide final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&amp; Meditation 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Action Command (Grip/Release/Hold)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 Thresholds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563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886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967B1E-94FD-010C-199F-9E7734214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47165"/>
              </p:ext>
            </p:extLst>
          </p:nvPr>
        </p:nvGraphicFramePr>
        <p:xfrm>
          <a:off x="1033617" y="1621917"/>
          <a:ext cx="10124766" cy="4742284"/>
        </p:xfrm>
        <a:graphic>
          <a:graphicData uri="http://schemas.openxmlformats.org/drawingml/2006/table">
            <a:tbl>
              <a:tblPr/>
              <a:tblGrid>
                <a:gridCol w="3374922">
                  <a:extLst>
                    <a:ext uri="{9D8B030D-6E8A-4147-A177-3AD203B41FA5}">
                      <a16:colId xmlns:a16="http://schemas.microsoft.com/office/drawing/2014/main" val="901339731"/>
                    </a:ext>
                  </a:extLst>
                </a:gridCol>
                <a:gridCol w="3374922">
                  <a:extLst>
                    <a:ext uri="{9D8B030D-6E8A-4147-A177-3AD203B41FA5}">
                      <a16:colId xmlns:a16="http://schemas.microsoft.com/office/drawing/2014/main" val="979927559"/>
                    </a:ext>
                  </a:extLst>
                </a:gridCol>
                <a:gridCol w="3374922">
                  <a:extLst>
                    <a:ext uri="{9D8B030D-6E8A-4147-A177-3AD203B41FA5}">
                      <a16:colId xmlns:a16="http://schemas.microsoft.com/office/drawing/2014/main" val="855277523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Subsystem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Components / Function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14368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Signal Acquisition (Input Layer)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user’s brain signals and converts them to digital data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 EEG electrodes (FP1 position), TGAM Module; performs noise filtering &amp; ADC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264712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Wireless Communication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EEG data wirelessly to the processing unit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 module; transmits digital EEG packets periodically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412782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Embedded Processing (Core Logic)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Processes signals and decides prosthetic actions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MCU, Bluetooth UART buffer, Signal Parser, Threshold Decision Unit, Actuator Interface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116074"/>
                  </a:ext>
                </a:extLst>
              </a:tr>
              <a:tr h="1047544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Actuation Subsystem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digital commands to physical movement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Servo motors: Gripper, Wrist/Elbow; executes open/close, rotation, lifting actions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34451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Power Control System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stable and sufficient power to all components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7.4V Li-Po battery, DC-DC Buck Converter for motors, 5V regulator for ESP32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8713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9A2262E-85B8-EBE3-EA29-661D79EFD719}"/>
              </a:ext>
            </a:extLst>
          </p:cNvPr>
          <p:cNvSpPr txBox="1"/>
          <p:nvPr/>
        </p:nvSpPr>
        <p:spPr>
          <a:xfrm>
            <a:off x="3162926" y="493799"/>
            <a:ext cx="7282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8982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88952" cy="85704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-179882" y="506851"/>
            <a:ext cx="12188952" cy="481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  <a:buNone/>
            </a:pPr>
            <a:r>
              <a:rPr lang="en-US" sz="3563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System Architecture Diagram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F17FEC-08F6-FAE5-9FF6-61EA0DFDD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844" y="1394199"/>
            <a:ext cx="10700728" cy="52037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88952" cy="85704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3048" y="1333247"/>
            <a:ext cx="12188952" cy="481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794"/>
              </a:lnSpc>
              <a:buNone/>
            </a:pPr>
            <a:r>
              <a:rPr lang="en-US" sz="3563" b="1" kern="0" spc="35" dirty="0"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Scope and Significance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3376" y="2180514"/>
            <a:ext cx="361860" cy="342814"/>
          </a:xfrm>
          <a:prstGeom prst="rect">
            <a:avLst/>
          </a:prstGeom>
        </p:spPr>
      </p:pic>
      <p:sp>
        <p:nvSpPr>
          <p:cNvPr id="11" name="Object 10"/>
          <p:cNvSpPr/>
          <p:nvPr/>
        </p:nvSpPr>
        <p:spPr>
          <a:xfrm>
            <a:off x="5285053" y="2929172"/>
            <a:ext cx="2775843" cy="19189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68"/>
              </a:spcBef>
              <a:buNone/>
            </a:pPr>
            <a:endParaRPr lang="en-US" dirty="0"/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972EF9C6-40D3-42A1-63A3-6634F44671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7899204"/>
              </p:ext>
            </p:extLst>
          </p:nvPr>
        </p:nvGraphicFramePr>
        <p:xfrm>
          <a:off x="520990" y="2351921"/>
          <a:ext cx="11146972" cy="3251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9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1139</Words>
  <Application>Microsoft Office PowerPoint</Application>
  <PresentationFormat>Widescreen</PresentationFormat>
  <Paragraphs>212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SAQIB</dc:creator>
  <cp:lastModifiedBy>M. SAQIB</cp:lastModifiedBy>
  <cp:revision>8</cp:revision>
  <dcterms:created xsi:type="dcterms:W3CDTF">2026-02-25T06:45:54Z</dcterms:created>
  <dcterms:modified xsi:type="dcterms:W3CDTF">2026-02-25T14:05:06Z</dcterms:modified>
</cp:coreProperties>
</file>